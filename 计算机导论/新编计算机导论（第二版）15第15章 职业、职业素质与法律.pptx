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40"/>
  </p:notesMasterIdLst>
  <p:sldIdLst>
    <p:sldId id="256" r:id="rId2"/>
    <p:sldId id="313" r:id="rId3"/>
    <p:sldId id="327" r:id="rId4"/>
    <p:sldId id="328" r:id="rId5"/>
    <p:sldId id="314" r:id="rId6"/>
    <p:sldId id="315" r:id="rId7"/>
    <p:sldId id="329" r:id="rId8"/>
    <p:sldId id="330" r:id="rId9"/>
    <p:sldId id="331" r:id="rId10"/>
    <p:sldId id="322" r:id="rId11"/>
    <p:sldId id="332" r:id="rId12"/>
    <p:sldId id="333" r:id="rId13"/>
    <p:sldId id="334" r:id="rId14"/>
    <p:sldId id="335" r:id="rId15"/>
    <p:sldId id="323" r:id="rId16"/>
    <p:sldId id="336" r:id="rId17"/>
    <p:sldId id="337" r:id="rId18"/>
    <p:sldId id="338" r:id="rId19"/>
    <p:sldId id="339" r:id="rId20"/>
    <p:sldId id="340" r:id="rId21"/>
    <p:sldId id="341" r:id="rId22"/>
    <p:sldId id="324" r:id="rId23"/>
    <p:sldId id="342" r:id="rId24"/>
    <p:sldId id="343" r:id="rId25"/>
    <p:sldId id="344" r:id="rId26"/>
    <p:sldId id="346" r:id="rId27"/>
    <p:sldId id="345" r:id="rId28"/>
    <p:sldId id="347" r:id="rId29"/>
    <p:sldId id="348" r:id="rId30"/>
    <p:sldId id="349" r:id="rId31"/>
    <p:sldId id="350" r:id="rId32"/>
    <p:sldId id="351" r:id="rId33"/>
    <p:sldId id="352" r:id="rId34"/>
    <p:sldId id="325" r:id="rId35"/>
    <p:sldId id="353" r:id="rId36"/>
    <p:sldId id="354" r:id="rId37"/>
    <p:sldId id="316" r:id="rId38"/>
    <p:sldId id="263" r:id="rId39"/>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B4A6"/>
    <a:srgbClr val="734F29"/>
    <a:srgbClr val="D24726"/>
    <a:srgbClr val="DD462F"/>
    <a:srgbClr val="AEB785"/>
    <a:srgbClr val="EFD5A2"/>
    <a:srgbClr val="3B3026"/>
    <a:srgbClr val="ECE1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7" autoAdjust="0"/>
    <p:restoredTop sz="94280" autoAdjust="0"/>
  </p:normalViewPr>
  <p:slideViewPr>
    <p:cSldViewPr snapToGrid="0">
      <p:cViewPr varScale="1">
        <p:scale>
          <a:sx n="119" d="100"/>
          <a:sy n="119" d="100"/>
        </p:scale>
        <p:origin x="344" y="176"/>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1912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latinLnBrk="0">
              <a:spcBef>
                <a:spcPts val="0"/>
              </a:spcBef>
              <a:spcAft>
                <a:spcPts val="0"/>
              </a:spcAft>
              <a:defRPr lang="zh-CN" sz="1200">
                <a:latin typeface="+mn-lt"/>
                <a:ea typeface="+mn-ea"/>
              </a:defRPr>
            </a:lvl1pPr>
          </a:lstStyle>
          <a:p>
            <a:pPr>
              <a:defRPr/>
            </a:pPr>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latinLnBrk="0">
              <a:spcBef>
                <a:spcPts val="0"/>
              </a:spcBef>
              <a:spcAft>
                <a:spcPts val="0"/>
              </a:spcAft>
              <a:defRPr lang="zh-CN" sz="1200">
                <a:latin typeface="+mn-lt"/>
                <a:ea typeface="+mn-ea"/>
              </a:defRPr>
            </a:lvl1pPr>
          </a:lstStyle>
          <a:p>
            <a:pPr>
              <a:defRPr/>
            </a:pPr>
            <a:fld id="{AF67B028-7C25-4406-BF41-F6DDC2AD5D94}" type="datetimeFigureOut">
              <a:rPr lang="zh-CN" altLang="en-US"/>
              <a:pPr>
                <a:defRPr/>
              </a:pPr>
              <a:t>2019/11/7</a:t>
            </a:fld>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noProof="0"/>
              <a:t>单击此处编辑母版文本样式</a:t>
            </a:r>
          </a:p>
          <a:p>
            <a:pPr lvl="1"/>
            <a:r>
              <a:rPr lang="zh-CN" noProof="0"/>
              <a:t>第二级</a:t>
            </a:r>
          </a:p>
          <a:p>
            <a:pPr lvl="2"/>
            <a:r>
              <a:rPr lang="zh-CN" noProof="0"/>
              <a:t>第三级</a:t>
            </a:r>
          </a:p>
          <a:p>
            <a:pPr lvl="3"/>
            <a:r>
              <a:rPr lang="zh-CN" noProof="0"/>
              <a:t>第四级</a:t>
            </a:r>
          </a:p>
          <a:p>
            <a:pPr lvl="4"/>
            <a:r>
              <a:rPr lang="zh-CN"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latinLnBrk="0">
              <a:spcBef>
                <a:spcPts val="0"/>
              </a:spcBef>
              <a:spcAft>
                <a:spcPts val="0"/>
              </a:spcAft>
              <a:defRPr lang="zh-CN" sz="1200">
                <a:latin typeface="+mn-lt"/>
                <a:ea typeface="+mn-ea"/>
              </a:defRPr>
            </a:lvl1pPr>
          </a:lstStyle>
          <a:p>
            <a:pPr>
              <a:defRPr/>
            </a:pPr>
            <a:endParaRPr/>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latinLnBrk="0">
              <a:spcBef>
                <a:spcPts val="0"/>
              </a:spcBef>
              <a:spcAft>
                <a:spcPts val="0"/>
              </a:spcAft>
              <a:defRPr lang="zh-CN" sz="1200">
                <a:latin typeface="+mn-lt"/>
                <a:ea typeface="+mn-ea"/>
              </a:defRPr>
            </a:lvl1pPr>
          </a:lstStyle>
          <a:p>
            <a:pPr>
              <a:defRPr/>
            </a:pPr>
            <a:fld id="{90974E19-791B-4EE1-AAFB-0A8FE8FC2DA2}" type="slidenum">
              <a:rPr lang="en-US" altLang="zh-CN"/>
              <a:pPr>
                <a:defRPr/>
              </a:pPr>
              <a:t>‹#›</a:t>
            </a:fld>
            <a:endParaRPr/>
          </a:p>
        </p:txBody>
      </p:sp>
    </p:spTree>
    <p:extLst>
      <p:ext uri="{BB962C8B-B14F-4D97-AF65-F5344CB8AC3E}">
        <p14:creationId xmlns:p14="http://schemas.microsoft.com/office/powerpoint/2010/main" val="318275232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lang="zh-CN" sz="1200" kern="1200">
        <a:solidFill>
          <a:schemeClr val="tx1"/>
        </a:solidFill>
        <a:latin typeface="+mn-lt"/>
        <a:ea typeface="+mn-ea"/>
        <a:cs typeface="+mn-cs"/>
      </a:defRPr>
    </a:lvl1pPr>
    <a:lvl2pPr marL="457200" algn="l" rtl="0" fontAlgn="base">
      <a:spcBef>
        <a:spcPct val="30000"/>
      </a:spcBef>
      <a:spcAft>
        <a:spcPct val="0"/>
      </a:spcAft>
      <a:defRPr lang="zh-CN" sz="1200" kern="1200">
        <a:solidFill>
          <a:schemeClr val="tx1"/>
        </a:solidFill>
        <a:latin typeface="+mn-lt"/>
        <a:ea typeface="+mn-ea"/>
        <a:cs typeface="+mn-cs"/>
      </a:defRPr>
    </a:lvl2pPr>
    <a:lvl3pPr marL="914400" algn="l" rtl="0" fontAlgn="base">
      <a:spcBef>
        <a:spcPct val="30000"/>
      </a:spcBef>
      <a:spcAft>
        <a:spcPct val="0"/>
      </a:spcAft>
      <a:defRPr lang="zh-CN" sz="1200" kern="1200">
        <a:solidFill>
          <a:schemeClr val="tx1"/>
        </a:solidFill>
        <a:latin typeface="+mn-lt"/>
        <a:ea typeface="+mn-ea"/>
        <a:cs typeface="+mn-cs"/>
      </a:defRPr>
    </a:lvl3pPr>
    <a:lvl4pPr marL="1371600" algn="l" rtl="0" fontAlgn="base">
      <a:spcBef>
        <a:spcPct val="30000"/>
      </a:spcBef>
      <a:spcAft>
        <a:spcPct val="0"/>
      </a:spcAft>
      <a:defRPr lang="zh-CN" sz="1200" kern="1200">
        <a:solidFill>
          <a:schemeClr val="tx1"/>
        </a:solidFill>
        <a:latin typeface="+mn-lt"/>
        <a:ea typeface="+mn-ea"/>
        <a:cs typeface="+mn-cs"/>
      </a:defRPr>
    </a:lvl4pPr>
    <a:lvl5pPr marL="1828800" algn="l" rtl="0" fontAlgn="base">
      <a:spcBef>
        <a:spcPct val="30000"/>
      </a:spcBef>
      <a:spcAft>
        <a:spcPct val="0"/>
      </a:spcAft>
      <a:defRPr lang="zh-CN" sz="1200" kern="1200">
        <a:solidFill>
          <a:schemeClr val="tx1"/>
        </a:solidFill>
        <a:latin typeface="+mn-lt"/>
        <a:ea typeface="+mn-ea"/>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p:cNvSpPr>
          <p:nvPr>
            <p:ph type="sldImg"/>
          </p:nvPr>
        </p:nvSpPr>
        <p:spPr bwMode="auto">
          <a:noFill/>
          <a:ln>
            <a:solidFill>
              <a:srgbClr val="000000"/>
            </a:solidFill>
            <a:miter lim="800000"/>
            <a:headEnd/>
            <a:tailEnd/>
          </a:ln>
        </p:spPr>
      </p:sp>
      <p:sp>
        <p:nvSpPr>
          <p:cNvPr id="15362"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altLang="zh-CN"/>
          </a:p>
        </p:txBody>
      </p:sp>
      <p:sp>
        <p:nvSpPr>
          <p:cNvPr id="15363" name="幻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A985D74-7959-4229-8322-A57AE3ABCE2C}" type="slidenum">
              <a:rPr altLang="zh-CN" smtClean="0"/>
              <a:pPr fontAlgn="base">
                <a:spcBef>
                  <a:spcPct val="0"/>
                </a:spcBef>
                <a:spcAft>
                  <a:spcPct val="0"/>
                </a:spcAft>
              </a:pPr>
              <a:t>1</a:t>
            </a:fld>
            <a:endParaRPr altLang="zh-CN"/>
          </a:p>
        </p:txBody>
      </p:sp>
    </p:spTree>
    <p:extLst>
      <p:ext uri="{BB962C8B-B14F-4D97-AF65-F5344CB8AC3E}">
        <p14:creationId xmlns:p14="http://schemas.microsoft.com/office/powerpoint/2010/main" val="510661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p:cNvSpPr>
          <p:nvPr>
            <p:ph type="sldImg"/>
          </p:nvPr>
        </p:nvSpPr>
        <p:spPr bwMode="auto">
          <a:noFill/>
          <a:ln>
            <a:solidFill>
              <a:srgbClr val="000000"/>
            </a:solidFill>
            <a:miter lim="800000"/>
            <a:headEnd/>
            <a:tailEnd/>
          </a:ln>
        </p:spPr>
      </p:sp>
      <p:sp>
        <p:nvSpPr>
          <p:cNvPr id="19458"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a:ea typeface="宋体" charset="-122"/>
              </a:rPr>
              <a:t>在 “幻灯片放映”模式，单击箭头进入 </a:t>
            </a:r>
            <a:r>
              <a:rPr altLang="zh-CN"/>
              <a:t>PowerPoint </a:t>
            </a:r>
            <a:r>
              <a:rPr>
                <a:ea typeface="宋体" charset="-122"/>
              </a:rPr>
              <a:t>入门中心。</a:t>
            </a:r>
          </a:p>
        </p:txBody>
      </p:sp>
      <p:sp>
        <p:nvSpPr>
          <p:cNvPr id="19459" name="幻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D471FBD-2774-4768-B611-19C2A5AE14C6}" type="slidenum">
              <a:rPr lang="en-US" altLang="zh-CN" smtClean="0"/>
              <a:pPr fontAlgn="base">
                <a:spcBef>
                  <a:spcPct val="0"/>
                </a:spcBef>
                <a:spcAft>
                  <a:spcPct val="0"/>
                </a:spcAft>
              </a:pPr>
              <a:t>38</a:t>
            </a:fld>
            <a:endParaRPr altLang="zh-CN"/>
          </a:p>
        </p:txBody>
      </p:sp>
    </p:spTree>
    <p:extLst>
      <p:ext uri="{BB962C8B-B14F-4D97-AF65-F5344CB8AC3E}">
        <p14:creationId xmlns:p14="http://schemas.microsoft.com/office/powerpoint/2010/main" val="3391306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6"/>
          <p:cNvSpPr/>
          <p:nvPr/>
        </p:nvSpPr>
        <p:spPr>
          <a:xfrm>
            <a:off x="0" y="0"/>
            <a:ext cx="12192000" cy="4865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5" name="矩形 7"/>
          <p:cNvSpPr/>
          <p:nvPr userDrawn="1"/>
        </p:nvSpPr>
        <p:spPr>
          <a:xfrm>
            <a:off x="0" y="0"/>
            <a:ext cx="12192000" cy="4865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2" name="标题 1"/>
          <p:cNvSpPr>
            <a:spLocks noGrp="1"/>
          </p:cNvSpPr>
          <p:nvPr>
            <p:ph type="ctrTitle"/>
          </p:nvPr>
        </p:nvSpPr>
        <p:spPr>
          <a:xfrm>
            <a:off x="838200" y="2061006"/>
            <a:ext cx="10515600" cy="2387600"/>
          </a:xfrm>
        </p:spPr>
        <p:txBody>
          <a:bodyPr anchor="b">
            <a:normAutofit/>
          </a:bodyPr>
          <a:lstStyle>
            <a:lvl1pPr algn="l" latinLnBrk="0">
              <a:defRPr lang="zh-CN" sz="5400">
                <a:solidFill>
                  <a:schemeClr val="bg1"/>
                </a:solidFill>
              </a:defRPr>
            </a:lvl1pPr>
          </a:lstStyle>
          <a:p>
            <a:r>
              <a:rPr lang="zh-CN" altLang="en-US"/>
              <a:t>单击此处编辑母版标题样式</a:t>
            </a:r>
            <a:endParaRPr lang="zh-CN"/>
          </a:p>
        </p:txBody>
      </p:sp>
      <p:sp>
        <p:nvSpPr>
          <p:cNvPr id="3" name="副标题 2"/>
          <p:cNvSpPr>
            <a:spLocks noGrp="1"/>
          </p:cNvSpPr>
          <p:nvPr>
            <p:ph type="subTitle" idx="1"/>
          </p:nvPr>
        </p:nvSpPr>
        <p:spPr>
          <a:xfrm>
            <a:off x="838202" y="5110609"/>
            <a:ext cx="6705599" cy="1137793"/>
          </a:xfrm>
        </p:spPr>
        <p:txBody>
          <a:bodyPr>
            <a:normAutofit/>
          </a:bodyPr>
          <a:lstStyle>
            <a:lvl1pPr marL="0" indent="0" algn="l" latinLnBrk="0">
              <a:lnSpc>
                <a:spcPct val="150000"/>
              </a:lnSpc>
              <a:spcBef>
                <a:spcPts val="600"/>
              </a:spcBef>
              <a:buNone/>
              <a:defRPr lang="zh-CN" sz="2800">
                <a:solidFill>
                  <a:srgbClr val="D24726"/>
                </a:solidFill>
                <a:latin typeface="+mj-lt"/>
              </a:defRPr>
            </a:lvl1pPr>
            <a:lvl2pPr marL="457200" indent="0" algn="ctr" latinLnBrk="0">
              <a:buNone/>
              <a:defRPr lang="zh-CN" sz="2000"/>
            </a:lvl2pPr>
            <a:lvl3pPr marL="914400" indent="0" algn="ctr" latinLnBrk="0">
              <a:buNone/>
              <a:defRPr lang="zh-CN" sz="1800"/>
            </a:lvl3pPr>
            <a:lvl4pPr marL="1371600" indent="0" algn="ctr" latinLnBrk="0">
              <a:buNone/>
              <a:defRPr lang="zh-CN" sz="1600"/>
            </a:lvl4pPr>
            <a:lvl5pPr marL="1828800" indent="0" algn="ctr" latinLnBrk="0">
              <a:buNone/>
              <a:defRPr lang="zh-CN" sz="1600"/>
            </a:lvl5pPr>
            <a:lvl6pPr marL="2286000" indent="0" algn="ctr" latinLnBrk="0">
              <a:buNone/>
              <a:defRPr lang="zh-CN" sz="1600"/>
            </a:lvl6pPr>
            <a:lvl7pPr marL="2743200" indent="0" algn="ctr" latinLnBrk="0">
              <a:buNone/>
              <a:defRPr lang="zh-CN" sz="1600"/>
            </a:lvl7pPr>
            <a:lvl8pPr marL="3200400" indent="0" algn="ctr" latinLnBrk="0">
              <a:buNone/>
              <a:defRPr lang="zh-CN" sz="1600"/>
            </a:lvl8pPr>
            <a:lvl9pPr marL="3657600" indent="0" algn="ctr" latinLnBrk="0">
              <a:buNone/>
              <a:defRPr lang="zh-CN" sz="1600"/>
            </a:lvl9pPr>
          </a:lstStyle>
          <a:p>
            <a:r>
              <a:rPr lang="zh-CN" altLang="en-US"/>
              <a:t>单击此处编辑母版副标题样式</a:t>
            </a:r>
            <a:endParaRPr lang="zh-CN" dirty="0"/>
          </a:p>
        </p:txBody>
      </p:sp>
      <p:sp>
        <p:nvSpPr>
          <p:cNvPr id="6" name="日期占位符 3"/>
          <p:cNvSpPr>
            <a:spLocks noGrp="1"/>
          </p:cNvSpPr>
          <p:nvPr>
            <p:ph type="dt" sz="half" idx="10"/>
          </p:nvPr>
        </p:nvSpPr>
        <p:spPr/>
        <p:txBody>
          <a:bodyPr/>
          <a:lstStyle>
            <a:lvl1pPr>
              <a:defRPr/>
            </a:lvl1pPr>
          </a:lstStyle>
          <a:p>
            <a:pPr>
              <a:defRPr/>
            </a:pPr>
            <a:fld id="{4EB228F2-0614-46D1-BE19-A325D818DA48}" type="datetimeFigureOut">
              <a:rPr lang="zh-CN" altLang="en-US"/>
              <a:pPr>
                <a:defRPr/>
              </a:pPr>
              <a:t>2019/11/7</a:t>
            </a:fld>
            <a:endParaRPr/>
          </a:p>
        </p:txBody>
      </p:sp>
      <p:sp>
        <p:nvSpPr>
          <p:cNvPr id="7" name="页脚占位符 4"/>
          <p:cNvSpPr>
            <a:spLocks noGrp="1"/>
          </p:cNvSpPr>
          <p:nvPr>
            <p:ph type="ftr" sz="quarter" idx="11"/>
          </p:nvPr>
        </p:nvSpPr>
        <p:spPr/>
        <p:txBody>
          <a:bodyPr/>
          <a:lstStyle>
            <a:lvl1pPr>
              <a:defRPr/>
            </a:lvl1pPr>
          </a:lstStyle>
          <a:p>
            <a:pPr>
              <a:defRPr/>
            </a:pPr>
            <a:endParaRPr/>
          </a:p>
        </p:txBody>
      </p:sp>
      <p:sp>
        <p:nvSpPr>
          <p:cNvPr id="8" name="幻灯片编号占位符 5"/>
          <p:cNvSpPr>
            <a:spLocks noGrp="1"/>
          </p:cNvSpPr>
          <p:nvPr>
            <p:ph type="sldNum" sz="quarter" idx="12"/>
          </p:nvPr>
        </p:nvSpPr>
        <p:spPr/>
        <p:txBody>
          <a:bodyPr/>
          <a:lstStyle>
            <a:lvl1pPr>
              <a:defRPr/>
            </a:lvl1pPr>
          </a:lstStyle>
          <a:p>
            <a:pPr>
              <a:defRPr/>
            </a:pPr>
            <a:fld id="{2AB83C9A-2387-48E4-9E89-0CAF4F1993F1}" type="slidenum">
              <a:rPr lang="en-US" altLang="zh-CN"/>
              <a:pPr>
                <a:defRPr/>
              </a:pPr>
              <a:t>‹#›</a:t>
            </a:fld>
            <a:endParaRPr/>
          </a:p>
        </p:txBody>
      </p:sp>
    </p:spTree>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6"/>
          <p:cNvSpPr/>
          <p:nvPr/>
        </p:nvSpPr>
        <p:spPr>
          <a:xfrm>
            <a:off x="0" y="0"/>
            <a:ext cx="12192000" cy="13335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5" name="矩形 7"/>
          <p:cNvSpPr/>
          <p:nvPr userDrawn="1"/>
        </p:nvSpPr>
        <p:spPr>
          <a:xfrm>
            <a:off x="0" y="0"/>
            <a:ext cx="12192000" cy="13335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2" name="标题 1"/>
          <p:cNvSpPr>
            <a:spLocks noGrp="1"/>
          </p:cNvSpPr>
          <p:nvPr>
            <p:ph type="title"/>
          </p:nvPr>
        </p:nvSpPr>
        <p:spPr>
          <a:xfrm>
            <a:off x="604434" y="0"/>
            <a:ext cx="10749367" cy="1208868"/>
          </a:xfrm>
        </p:spPr>
        <p:txBody>
          <a:bodyPr anchor="b">
            <a:normAutofit/>
          </a:bodyPr>
          <a:lstStyle>
            <a:lvl1pPr latinLnBrk="0">
              <a:defRPr lang="zh-CN" sz="3600">
                <a:solidFill>
                  <a:schemeClr val="bg1"/>
                </a:solidFill>
              </a:defRPr>
            </a:lvl1pPr>
          </a:lstStyle>
          <a:p>
            <a:r>
              <a:rPr lang="zh-CN" altLang="en-US"/>
              <a:t>单击此处编辑母版标题样式</a:t>
            </a:r>
            <a:endParaRPr lang="zh-CN"/>
          </a:p>
        </p:txBody>
      </p:sp>
      <p:sp>
        <p:nvSpPr>
          <p:cNvPr id="3" name="内容占位符 2"/>
          <p:cNvSpPr>
            <a:spLocks noGrp="1"/>
          </p:cNvSpPr>
          <p:nvPr>
            <p:ph idx="1"/>
          </p:nvPr>
        </p:nvSpPr>
        <p:spPr>
          <a:xfrm>
            <a:off x="838201" y="1825625"/>
            <a:ext cx="4167753" cy="4351338"/>
          </a:xfrm>
        </p:spPr>
        <p:txBody>
          <a:bodyPr>
            <a:normAutofit/>
          </a:bodyPr>
          <a:lstStyle>
            <a:lvl1pPr marL="0" indent="0" latinLnBrk="0">
              <a:lnSpc>
                <a:spcPct val="150000"/>
              </a:lnSpc>
              <a:spcAft>
                <a:spcPts val="1200"/>
              </a:spcAft>
              <a:buNone/>
              <a:defRPr lang="zh-CN" sz="1600">
                <a:solidFill>
                  <a:schemeClr val="bg1">
                    <a:lumMod val="50000"/>
                  </a:schemeClr>
                </a:solidFill>
              </a:defRPr>
            </a:lvl1pPr>
            <a:lvl2pPr latinLnBrk="0">
              <a:lnSpc>
                <a:spcPct val="150000"/>
              </a:lnSpc>
              <a:spcAft>
                <a:spcPts val="1200"/>
              </a:spcAft>
              <a:defRPr lang="zh-CN" sz="1400">
                <a:solidFill>
                  <a:schemeClr val="bg1">
                    <a:lumMod val="50000"/>
                  </a:schemeClr>
                </a:solidFill>
              </a:defRPr>
            </a:lvl2pPr>
            <a:lvl3pPr latinLnBrk="0">
              <a:lnSpc>
                <a:spcPct val="150000"/>
              </a:lnSpc>
              <a:spcAft>
                <a:spcPts val="1200"/>
              </a:spcAft>
              <a:defRPr lang="zh-CN" sz="1200">
                <a:solidFill>
                  <a:schemeClr val="bg1">
                    <a:lumMod val="50000"/>
                  </a:schemeClr>
                </a:solidFill>
              </a:defRPr>
            </a:lvl3pPr>
            <a:lvl4pPr latinLnBrk="0">
              <a:lnSpc>
                <a:spcPct val="150000"/>
              </a:lnSpc>
              <a:spcAft>
                <a:spcPts val="1200"/>
              </a:spcAft>
              <a:defRPr lang="zh-CN" sz="1100">
                <a:solidFill>
                  <a:schemeClr val="bg1">
                    <a:lumMod val="50000"/>
                  </a:schemeClr>
                </a:solidFill>
              </a:defRPr>
            </a:lvl4pPr>
            <a:lvl5pPr latinLnBrk="0">
              <a:lnSpc>
                <a:spcPct val="150000"/>
              </a:lnSpc>
              <a:spcAft>
                <a:spcPts val="1200"/>
              </a:spcAft>
              <a:defRPr lang="zh-CN" sz="1100">
                <a:solidFill>
                  <a:schemeClr val="bg1">
                    <a:lumMod val="50000"/>
                  </a:schemeClr>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dirty="0"/>
          </a:p>
        </p:txBody>
      </p:sp>
      <p:sp>
        <p:nvSpPr>
          <p:cNvPr id="6" name="日期占位符 3"/>
          <p:cNvSpPr>
            <a:spLocks noGrp="1"/>
          </p:cNvSpPr>
          <p:nvPr>
            <p:ph type="dt" sz="half" idx="10"/>
          </p:nvPr>
        </p:nvSpPr>
        <p:spPr/>
        <p:txBody>
          <a:bodyPr/>
          <a:lstStyle>
            <a:lvl1pPr>
              <a:defRPr/>
            </a:lvl1pPr>
          </a:lstStyle>
          <a:p>
            <a:pPr>
              <a:defRPr/>
            </a:pPr>
            <a:fld id="{E4D7F502-284D-4B37-98D9-706F85838597}" type="datetimeFigureOut">
              <a:rPr lang="zh-CN" altLang="en-US"/>
              <a:pPr>
                <a:defRPr/>
              </a:pPr>
              <a:t>2019/11/7</a:t>
            </a:fld>
            <a:endParaRPr/>
          </a:p>
        </p:txBody>
      </p:sp>
      <p:sp>
        <p:nvSpPr>
          <p:cNvPr id="7" name="页脚占位符 4"/>
          <p:cNvSpPr>
            <a:spLocks noGrp="1"/>
          </p:cNvSpPr>
          <p:nvPr>
            <p:ph type="ftr" sz="quarter" idx="11"/>
          </p:nvPr>
        </p:nvSpPr>
        <p:spPr/>
        <p:txBody>
          <a:bodyPr/>
          <a:lstStyle>
            <a:lvl1pPr>
              <a:defRPr/>
            </a:lvl1pPr>
          </a:lstStyle>
          <a:p>
            <a:pPr>
              <a:defRPr/>
            </a:pPr>
            <a:endParaRPr/>
          </a:p>
        </p:txBody>
      </p:sp>
      <p:sp>
        <p:nvSpPr>
          <p:cNvPr id="8" name="幻灯片编号占位符 5"/>
          <p:cNvSpPr>
            <a:spLocks noGrp="1"/>
          </p:cNvSpPr>
          <p:nvPr>
            <p:ph type="sldNum" sz="quarter" idx="12"/>
          </p:nvPr>
        </p:nvSpPr>
        <p:spPr/>
        <p:txBody>
          <a:bodyPr/>
          <a:lstStyle>
            <a:lvl1pPr>
              <a:defRPr/>
            </a:lvl1pPr>
          </a:lstStyle>
          <a:p>
            <a:pPr>
              <a:defRPr/>
            </a:pPr>
            <a:fld id="{9CAD8035-6035-47DB-8BD5-F10E04DABE7B}" type="slidenum">
              <a:rPr lang="en-US" altLang="zh-CN"/>
              <a:pPr>
                <a:defRPr/>
              </a:pPr>
              <a:t>‹#›</a:t>
            </a:fld>
            <a:endParaRPr/>
          </a:p>
        </p:txBody>
      </p:sp>
    </p:spTree>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矩形 6"/>
          <p:cNvSpPr/>
          <p:nvPr/>
        </p:nvSpPr>
        <p:spPr>
          <a:xfrm>
            <a:off x="5656263" y="1709738"/>
            <a:ext cx="6535737" cy="35750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5" name="矩形 7"/>
          <p:cNvSpPr/>
          <p:nvPr userDrawn="1"/>
        </p:nvSpPr>
        <p:spPr>
          <a:xfrm>
            <a:off x="5656263" y="1709738"/>
            <a:ext cx="6535737" cy="35750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2" name="标题 1"/>
          <p:cNvSpPr>
            <a:spLocks noGrp="1"/>
          </p:cNvSpPr>
          <p:nvPr>
            <p:ph type="title"/>
          </p:nvPr>
        </p:nvSpPr>
        <p:spPr>
          <a:xfrm>
            <a:off x="838201" y="2402238"/>
            <a:ext cx="4508715" cy="2187227"/>
          </a:xfrm>
        </p:spPr>
        <p:txBody>
          <a:bodyPr>
            <a:noAutofit/>
          </a:bodyPr>
          <a:lstStyle>
            <a:lvl1pPr algn="l" latinLnBrk="0">
              <a:defRPr lang="zh-CN" sz="4800">
                <a:solidFill>
                  <a:srgbClr val="D24726"/>
                </a:solidFill>
              </a:defRPr>
            </a:lvl1pPr>
          </a:lstStyle>
          <a:p>
            <a:r>
              <a:rPr lang="zh-CN" altLang="en-US"/>
              <a:t>单击此处编辑母版标题样式</a:t>
            </a:r>
            <a:endParaRPr lang="zh-CN"/>
          </a:p>
        </p:txBody>
      </p:sp>
      <p:sp>
        <p:nvSpPr>
          <p:cNvPr id="3" name="文本占位符 2"/>
          <p:cNvSpPr>
            <a:spLocks noGrp="1"/>
          </p:cNvSpPr>
          <p:nvPr>
            <p:ph type="body" idx="1"/>
          </p:nvPr>
        </p:nvSpPr>
        <p:spPr>
          <a:xfrm>
            <a:off x="6323308" y="2402237"/>
            <a:ext cx="5269424" cy="2187226"/>
          </a:xfrm>
        </p:spPr>
        <p:txBody>
          <a:bodyPr anchor="ctr">
            <a:normAutofit/>
          </a:bodyPr>
          <a:lstStyle>
            <a:lvl1pPr marL="0" indent="0" latinLnBrk="0">
              <a:lnSpc>
                <a:spcPct val="150000"/>
              </a:lnSpc>
              <a:buNone/>
              <a:defRPr lang="zh-CN" sz="2800">
                <a:solidFill>
                  <a:schemeClr val="bg1"/>
                </a:solidFill>
                <a:latin typeface="+mj-lt"/>
              </a:defRPr>
            </a:lvl1pPr>
            <a:lvl2pPr marL="457200" indent="0" latinLnBrk="0">
              <a:buNone/>
              <a:defRPr lang="zh-CN" sz="2000"/>
            </a:lvl2pPr>
            <a:lvl3pPr marL="914400" indent="0" latinLnBrk="0">
              <a:buNone/>
              <a:defRPr lang="zh-CN" sz="1800"/>
            </a:lvl3pPr>
            <a:lvl4pPr marL="1371600" indent="0" latinLnBrk="0">
              <a:buNone/>
              <a:defRPr lang="zh-CN" sz="1600"/>
            </a:lvl4pPr>
            <a:lvl5pPr marL="1828800" indent="0" latinLnBrk="0">
              <a:buNone/>
              <a:defRPr lang="zh-CN" sz="1600"/>
            </a:lvl5pPr>
            <a:lvl6pPr marL="2286000" indent="0" latinLnBrk="0">
              <a:buNone/>
              <a:defRPr lang="zh-CN" sz="1600"/>
            </a:lvl6pPr>
            <a:lvl7pPr marL="2743200" indent="0" latinLnBrk="0">
              <a:buNone/>
              <a:defRPr lang="zh-CN" sz="1600"/>
            </a:lvl7pPr>
            <a:lvl8pPr marL="3200400" indent="0" latinLnBrk="0">
              <a:buNone/>
              <a:defRPr lang="zh-CN" sz="1600"/>
            </a:lvl8pPr>
            <a:lvl9pPr marL="3657600" indent="0" latinLnBrk="0">
              <a:buNone/>
              <a:defRPr lang="zh-CN" sz="1600"/>
            </a:lvl9pPr>
          </a:lstStyle>
          <a:p>
            <a:pPr lvl="0"/>
            <a:r>
              <a:rPr lang="zh-CN" altLang="en-US"/>
              <a:t>单击此处编辑母版文本样式</a:t>
            </a:r>
          </a:p>
        </p:txBody>
      </p:sp>
      <p:sp>
        <p:nvSpPr>
          <p:cNvPr id="6" name="日期占位符 3"/>
          <p:cNvSpPr>
            <a:spLocks noGrp="1"/>
          </p:cNvSpPr>
          <p:nvPr>
            <p:ph type="dt" sz="half" idx="10"/>
          </p:nvPr>
        </p:nvSpPr>
        <p:spPr/>
        <p:txBody>
          <a:bodyPr/>
          <a:lstStyle>
            <a:lvl1pPr>
              <a:defRPr/>
            </a:lvl1pPr>
          </a:lstStyle>
          <a:p>
            <a:pPr>
              <a:defRPr/>
            </a:pPr>
            <a:fld id="{1C801CB0-6793-43AD-95BE-D268559BD5DD}" type="datetimeFigureOut">
              <a:rPr lang="zh-CN" altLang="en-US"/>
              <a:pPr>
                <a:defRPr/>
              </a:pPr>
              <a:t>2019/11/7</a:t>
            </a:fld>
            <a:endParaRPr/>
          </a:p>
        </p:txBody>
      </p:sp>
      <p:sp>
        <p:nvSpPr>
          <p:cNvPr id="7" name="页脚占位符 4"/>
          <p:cNvSpPr>
            <a:spLocks noGrp="1"/>
          </p:cNvSpPr>
          <p:nvPr>
            <p:ph type="ftr" sz="quarter" idx="11"/>
          </p:nvPr>
        </p:nvSpPr>
        <p:spPr/>
        <p:txBody>
          <a:bodyPr/>
          <a:lstStyle>
            <a:lvl1pPr>
              <a:defRPr/>
            </a:lvl1pPr>
          </a:lstStyle>
          <a:p>
            <a:pPr>
              <a:defRPr/>
            </a:pPr>
            <a:endParaRPr/>
          </a:p>
        </p:txBody>
      </p:sp>
      <p:sp>
        <p:nvSpPr>
          <p:cNvPr id="8" name="幻灯片编号占位符 5"/>
          <p:cNvSpPr>
            <a:spLocks noGrp="1"/>
          </p:cNvSpPr>
          <p:nvPr>
            <p:ph type="sldNum" sz="quarter" idx="12"/>
          </p:nvPr>
        </p:nvSpPr>
        <p:spPr/>
        <p:txBody>
          <a:bodyPr/>
          <a:lstStyle>
            <a:lvl1pPr>
              <a:defRPr/>
            </a:lvl1pPr>
          </a:lstStyle>
          <a:p>
            <a:pPr>
              <a:defRPr/>
            </a:pPr>
            <a:fld id="{6441ED09-CC10-4BEC-ACEE-5890103E6B3F}" type="slidenum">
              <a:rPr lang="en-US" altLang="zh-CN"/>
              <a:pPr>
                <a:defRPr/>
              </a:pPr>
              <a:t>‹#›</a:t>
            </a:fld>
            <a:endParaRPr/>
          </a:p>
        </p:txBody>
      </p:sp>
    </p:spTree>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矩形 7"/>
          <p:cNvSpPr/>
          <p:nvPr/>
        </p:nvSpPr>
        <p:spPr>
          <a:xfrm>
            <a:off x="0" y="0"/>
            <a:ext cx="12192000" cy="13335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6" name="矩形 8"/>
          <p:cNvSpPr/>
          <p:nvPr userDrawn="1"/>
        </p:nvSpPr>
        <p:spPr>
          <a:xfrm>
            <a:off x="0" y="0"/>
            <a:ext cx="12192000" cy="13335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2" name="标题 1"/>
          <p:cNvSpPr>
            <a:spLocks noGrp="1"/>
          </p:cNvSpPr>
          <p:nvPr>
            <p:ph type="title"/>
          </p:nvPr>
        </p:nvSpPr>
        <p:spPr>
          <a:xfrm>
            <a:off x="609600" y="1"/>
            <a:ext cx="10744200" cy="1228436"/>
          </a:xfrm>
        </p:spPr>
        <p:txBody>
          <a:bodyPr anchor="b">
            <a:normAutofit/>
          </a:bodyPr>
          <a:lstStyle>
            <a:lvl1pPr latinLnBrk="0">
              <a:defRPr lang="zh-CN" sz="3600">
                <a:solidFill>
                  <a:schemeClr val="bg1"/>
                </a:solidFill>
              </a:defRPr>
            </a:lvl1pPr>
          </a:lstStyle>
          <a:p>
            <a:r>
              <a:rPr lang="zh-CN" altLang="en-US"/>
              <a:t>单击此处编辑母版标题样式</a:t>
            </a:r>
            <a:endParaRPr lang="zh-CN"/>
          </a:p>
        </p:txBody>
      </p:sp>
      <p:sp>
        <p:nvSpPr>
          <p:cNvPr id="3" name="内容占位符 2"/>
          <p:cNvSpPr>
            <a:spLocks noGrp="1"/>
          </p:cNvSpPr>
          <p:nvPr>
            <p:ph sz="half" idx="1"/>
          </p:nvPr>
        </p:nvSpPr>
        <p:spPr>
          <a:xfrm>
            <a:off x="838200" y="1825625"/>
            <a:ext cx="5181600" cy="4351338"/>
          </a:xfrm>
        </p:spPr>
        <p:txBody>
          <a:bodyPr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p>
        </p:txBody>
      </p:sp>
      <p:sp>
        <p:nvSpPr>
          <p:cNvPr id="4" name="内容占位符 3"/>
          <p:cNvSpPr>
            <a:spLocks noGrp="1"/>
          </p:cNvSpPr>
          <p:nvPr>
            <p:ph sz="half" idx="2"/>
          </p:nvPr>
        </p:nvSpPr>
        <p:spPr>
          <a:xfrm>
            <a:off x="6172200" y="1825625"/>
            <a:ext cx="5181600" cy="4351338"/>
          </a:xfrm>
        </p:spPr>
        <p:txBody>
          <a:bodyPr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p>
        </p:txBody>
      </p:sp>
      <p:sp>
        <p:nvSpPr>
          <p:cNvPr id="7" name="日期占位符 4"/>
          <p:cNvSpPr>
            <a:spLocks noGrp="1"/>
          </p:cNvSpPr>
          <p:nvPr>
            <p:ph type="dt" sz="half" idx="10"/>
          </p:nvPr>
        </p:nvSpPr>
        <p:spPr/>
        <p:txBody>
          <a:bodyPr/>
          <a:lstStyle>
            <a:lvl1pPr>
              <a:defRPr/>
            </a:lvl1pPr>
          </a:lstStyle>
          <a:p>
            <a:pPr>
              <a:defRPr/>
            </a:pPr>
            <a:fld id="{89155D71-0AA7-4E65-AE2B-62B164ACD5BB}" type="datetimeFigureOut">
              <a:rPr lang="zh-CN" altLang="en-US"/>
              <a:pPr>
                <a:defRPr/>
              </a:pPr>
              <a:t>2019/11/7</a:t>
            </a:fld>
            <a:endParaRPr/>
          </a:p>
        </p:txBody>
      </p:sp>
      <p:sp>
        <p:nvSpPr>
          <p:cNvPr id="8" name="页脚占位符 5"/>
          <p:cNvSpPr>
            <a:spLocks noGrp="1"/>
          </p:cNvSpPr>
          <p:nvPr>
            <p:ph type="ftr" sz="quarter" idx="11"/>
          </p:nvPr>
        </p:nvSpPr>
        <p:spPr/>
        <p:txBody>
          <a:bodyPr/>
          <a:lstStyle>
            <a:lvl1pPr>
              <a:defRPr/>
            </a:lvl1pPr>
          </a:lstStyle>
          <a:p>
            <a:pPr>
              <a:defRPr/>
            </a:pPr>
            <a:endParaRPr/>
          </a:p>
        </p:txBody>
      </p:sp>
      <p:sp>
        <p:nvSpPr>
          <p:cNvPr id="9" name="幻灯片编号占位符 6"/>
          <p:cNvSpPr>
            <a:spLocks noGrp="1"/>
          </p:cNvSpPr>
          <p:nvPr>
            <p:ph type="sldNum" sz="quarter" idx="12"/>
          </p:nvPr>
        </p:nvSpPr>
        <p:spPr/>
        <p:txBody>
          <a:bodyPr/>
          <a:lstStyle>
            <a:lvl1pPr>
              <a:defRPr/>
            </a:lvl1pPr>
          </a:lstStyle>
          <a:p>
            <a:pPr>
              <a:defRPr/>
            </a:pPr>
            <a:fld id="{BFACDA46-92E9-490A-A1A3-A977AFBA3B64}" type="slidenum">
              <a:rPr lang="en-US" altLang="zh-CN"/>
              <a:pPr>
                <a:defRPr/>
              </a:pPr>
              <a:t>‹#›</a:t>
            </a:fld>
            <a:endParaRPr/>
          </a:p>
        </p:txBody>
      </p:sp>
    </p:spTree>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矩形 9"/>
          <p:cNvSpPr/>
          <p:nvPr/>
        </p:nvSpPr>
        <p:spPr>
          <a:xfrm>
            <a:off x="0" y="0"/>
            <a:ext cx="12192000" cy="13335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8" name="矩形 10"/>
          <p:cNvSpPr/>
          <p:nvPr userDrawn="1"/>
        </p:nvSpPr>
        <p:spPr>
          <a:xfrm>
            <a:off x="0" y="0"/>
            <a:ext cx="12192000" cy="13335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2" name="标题 1"/>
          <p:cNvSpPr>
            <a:spLocks noGrp="1"/>
          </p:cNvSpPr>
          <p:nvPr>
            <p:ph type="title"/>
          </p:nvPr>
        </p:nvSpPr>
        <p:spPr>
          <a:xfrm>
            <a:off x="609600" y="0"/>
            <a:ext cx="10737851" cy="1228436"/>
          </a:xfrm>
        </p:spPr>
        <p:txBody>
          <a:bodyPr anchor="b">
            <a:normAutofit/>
          </a:bodyPr>
          <a:lstStyle>
            <a:lvl1pPr latinLnBrk="0">
              <a:defRPr lang="zh-CN" sz="3600">
                <a:solidFill>
                  <a:schemeClr val="bg1"/>
                </a:solidFill>
              </a:defRPr>
            </a:lvl1pPr>
          </a:lstStyle>
          <a:p>
            <a:r>
              <a:rPr lang="zh-CN" altLang="en-US"/>
              <a:t>单击此处编辑母版标题样式</a:t>
            </a:r>
            <a:endParaRPr lang="zh-CN"/>
          </a:p>
        </p:txBody>
      </p:sp>
      <p:sp>
        <p:nvSpPr>
          <p:cNvPr id="3" name="文本占位符 2"/>
          <p:cNvSpPr>
            <a:spLocks noGrp="1"/>
          </p:cNvSpPr>
          <p:nvPr>
            <p:ph type="body" idx="1"/>
          </p:nvPr>
        </p:nvSpPr>
        <p:spPr>
          <a:xfrm>
            <a:off x="831851" y="1489075"/>
            <a:ext cx="5156200" cy="641350"/>
          </a:xfrm>
        </p:spPr>
        <p:txBody>
          <a:bodyPr anchor="b"/>
          <a:lstStyle>
            <a:lvl1pPr marL="0" indent="0" latinLnBrk="0">
              <a:buNone/>
              <a:defRPr lang="zh-CN" sz="2400" b="1"/>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单击此处编辑母版文本样式</a:t>
            </a:r>
          </a:p>
        </p:txBody>
      </p:sp>
      <p:sp>
        <p:nvSpPr>
          <p:cNvPr id="4" name="内容占位符 3"/>
          <p:cNvSpPr>
            <a:spLocks noGrp="1"/>
          </p:cNvSpPr>
          <p:nvPr>
            <p:ph sz="half" idx="2"/>
          </p:nvPr>
        </p:nvSpPr>
        <p:spPr>
          <a:xfrm>
            <a:off x="831851" y="2193927"/>
            <a:ext cx="5156200" cy="3978275"/>
          </a:xfrm>
        </p:spPr>
        <p:txBody>
          <a:bodyPr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p>
        </p:txBody>
      </p:sp>
      <p:sp>
        <p:nvSpPr>
          <p:cNvPr id="5" name="文本占位符 4"/>
          <p:cNvSpPr>
            <a:spLocks noGrp="1"/>
          </p:cNvSpPr>
          <p:nvPr>
            <p:ph type="body" sz="quarter" idx="3"/>
          </p:nvPr>
        </p:nvSpPr>
        <p:spPr>
          <a:xfrm>
            <a:off x="6189664" y="1489075"/>
            <a:ext cx="5157787" cy="641350"/>
          </a:xfrm>
        </p:spPr>
        <p:txBody>
          <a:bodyPr anchor="b"/>
          <a:lstStyle>
            <a:lvl1pPr marL="0" indent="0" latinLnBrk="0">
              <a:buNone/>
              <a:defRPr lang="zh-CN" sz="2400" b="1"/>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单击此处编辑母版文本样式</a:t>
            </a:r>
          </a:p>
        </p:txBody>
      </p:sp>
      <p:sp>
        <p:nvSpPr>
          <p:cNvPr id="6" name="内容占位符 5"/>
          <p:cNvSpPr>
            <a:spLocks noGrp="1"/>
          </p:cNvSpPr>
          <p:nvPr>
            <p:ph sz="quarter" idx="4"/>
          </p:nvPr>
        </p:nvSpPr>
        <p:spPr>
          <a:xfrm>
            <a:off x="6189664" y="2193927"/>
            <a:ext cx="5157787" cy="3978275"/>
          </a:xfrm>
        </p:spPr>
        <p:txBody>
          <a:bodyPr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p>
        </p:txBody>
      </p:sp>
      <p:sp>
        <p:nvSpPr>
          <p:cNvPr id="9" name="日期占位符 6"/>
          <p:cNvSpPr>
            <a:spLocks noGrp="1"/>
          </p:cNvSpPr>
          <p:nvPr>
            <p:ph type="dt" sz="half" idx="10"/>
          </p:nvPr>
        </p:nvSpPr>
        <p:spPr/>
        <p:txBody>
          <a:bodyPr/>
          <a:lstStyle>
            <a:lvl1pPr>
              <a:defRPr/>
            </a:lvl1pPr>
          </a:lstStyle>
          <a:p>
            <a:pPr>
              <a:defRPr/>
            </a:pPr>
            <a:fld id="{19E401E9-B35E-4969-B24B-0AD199A45E06}" type="datetimeFigureOut">
              <a:rPr lang="zh-CN" altLang="en-US"/>
              <a:pPr>
                <a:defRPr/>
              </a:pPr>
              <a:t>2019/11/7</a:t>
            </a:fld>
            <a:endParaRPr/>
          </a:p>
        </p:txBody>
      </p:sp>
      <p:sp>
        <p:nvSpPr>
          <p:cNvPr id="10" name="页脚占位符 7"/>
          <p:cNvSpPr>
            <a:spLocks noGrp="1"/>
          </p:cNvSpPr>
          <p:nvPr>
            <p:ph type="ftr" sz="quarter" idx="11"/>
          </p:nvPr>
        </p:nvSpPr>
        <p:spPr/>
        <p:txBody>
          <a:bodyPr/>
          <a:lstStyle>
            <a:lvl1pPr>
              <a:defRPr/>
            </a:lvl1pPr>
          </a:lstStyle>
          <a:p>
            <a:pPr>
              <a:defRPr/>
            </a:pPr>
            <a:endParaRPr/>
          </a:p>
        </p:txBody>
      </p:sp>
      <p:sp>
        <p:nvSpPr>
          <p:cNvPr id="11" name="幻灯片编号占位符 8"/>
          <p:cNvSpPr>
            <a:spLocks noGrp="1"/>
          </p:cNvSpPr>
          <p:nvPr>
            <p:ph type="sldNum" sz="quarter" idx="12"/>
          </p:nvPr>
        </p:nvSpPr>
        <p:spPr/>
        <p:txBody>
          <a:bodyPr/>
          <a:lstStyle>
            <a:lvl1pPr>
              <a:defRPr/>
            </a:lvl1pPr>
          </a:lstStyle>
          <a:p>
            <a:pPr>
              <a:defRPr/>
            </a:pPr>
            <a:fld id="{5358F14C-BFA3-4722-A117-5666A1B4EDF6}" type="slidenum">
              <a:rPr lang="en-US" altLang="zh-CN"/>
              <a:pPr>
                <a:defRPr/>
              </a:pPr>
              <a:t>‹#›</a:t>
            </a:fld>
            <a:endParaRPr/>
          </a:p>
        </p:txBody>
      </p:sp>
    </p:spTree>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矩形 5"/>
          <p:cNvSpPr/>
          <p:nvPr/>
        </p:nvSpPr>
        <p:spPr>
          <a:xfrm>
            <a:off x="0" y="0"/>
            <a:ext cx="12192000" cy="13335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4" name="矩形 6"/>
          <p:cNvSpPr/>
          <p:nvPr userDrawn="1"/>
        </p:nvSpPr>
        <p:spPr>
          <a:xfrm>
            <a:off x="0" y="0"/>
            <a:ext cx="12192000" cy="13335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2" name="标题 1"/>
          <p:cNvSpPr>
            <a:spLocks noGrp="1"/>
          </p:cNvSpPr>
          <p:nvPr>
            <p:ph type="title"/>
          </p:nvPr>
        </p:nvSpPr>
        <p:spPr>
          <a:xfrm>
            <a:off x="609600" y="1"/>
            <a:ext cx="10744200" cy="1228436"/>
          </a:xfrm>
        </p:spPr>
        <p:txBody>
          <a:bodyPr anchor="b">
            <a:normAutofit/>
          </a:bodyPr>
          <a:lstStyle>
            <a:lvl1pPr latinLnBrk="0">
              <a:defRPr lang="zh-CN" sz="3600">
                <a:solidFill>
                  <a:schemeClr val="bg1"/>
                </a:solidFill>
              </a:defRPr>
            </a:lvl1pPr>
          </a:lstStyle>
          <a:p>
            <a:r>
              <a:rPr lang="zh-CN" altLang="en-US"/>
              <a:t>单击此处编辑母版标题样式</a:t>
            </a:r>
            <a:endParaRPr lang="zh-CN"/>
          </a:p>
        </p:txBody>
      </p:sp>
      <p:sp>
        <p:nvSpPr>
          <p:cNvPr id="5" name="日期占位符 2"/>
          <p:cNvSpPr>
            <a:spLocks noGrp="1"/>
          </p:cNvSpPr>
          <p:nvPr>
            <p:ph type="dt" sz="half" idx="10"/>
          </p:nvPr>
        </p:nvSpPr>
        <p:spPr/>
        <p:txBody>
          <a:bodyPr/>
          <a:lstStyle>
            <a:lvl1pPr>
              <a:defRPr/>
            </a:lvl1pPr>
          </a:lstStyle>
          <a:p>
            <a:pPr>
              <a:defRPr/>
            </a:pPr>
            <a:fld id="{6E23F496-25ED-4963-8854-F5A984104A12}" type="datetimeFigureOut">
              <a:rPr lang="zh-CN" altLang="en-US"/>
              <a:pPr>
                <a:defRPr/>
              </a:pPr>
              <a:t>2019/11/7</a:t>
            </a:fld>
            <a:endParaRPr/>
          </a:p>
        </p:txBody>
      </p:sp>
      <p:sp>
        <p:nvSpPr>
          <p:cNvPr id="6" name="页脚占位符 3"/>
          <p:cNvSpPr>
            <a:spLocks noGrp="1"/>
          </p:cNvSpPr>
          <p:nvPr>
            <p:ph type="ftr" sz="quarter" idx="11"/>
          </p:nvPr>
        </p:nvSpPr>
        <p:spPr/>
        <p:txBody>
          <a:bodyPr/>
          <a:lstStyle>
            <a:lvl1pPr>
              <a:defRPr/>
            </a:lvl1pPr>
          </a:lstStyle>
          <a:p>
            <a:pPr>
              <a:defRPr/>
            </a:pPr>
            <a:endParaRPr/>
          </a:p>
        </p:txBody>
      </p:sp>
      <p:sp>
        <p:nvSpPr>
          <p:cNvPr id="7" name="幻灯片编号占位符 4"/>
          <p:cNvSpPr>
            <a:spLocks noGrp="1"/>
          </p:cNvSpPr>
          <p:nvPr>
            <p:ph type="sldNum" sz="quarter" idx="12"/>
          </p:nvPr>
        </p:nvSpPr>
        <p:spPr/>
        <p:txBody>
          <a:bodyPr/>
          <a:lstStyle>
            <a:lvl1pPr>
              <a:defRPr/>
            </a:lvl1pPr>
          </a:lstStyle>
          <a:p>
            <a:pPr>
              <a:defRPr/>
            </a:pPr>
            <a:fld id="{0EF19E0B-BF91-405F-A1E8-CF089DDC75D5}" type="slidenum">
              <a:rPr lang="en-US" altLang="zh-CN"/>
              <a:pPr>
                <a:defRPr/>
              </a:pPr>
              <a:t>‹#›</a:t>
            </a:fld>
            <a:endParaRPr/>
          </a:p>
        </p:txBody>
      </p:sp>
    </p:spTree>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fld id="{D85337A3-2D28-402C-A6B7-33EED75FCDB7}" type="datetimeFigureOut">
              <a:rPr lang="zh-CN" altLang="en-US"/>
              <a:pPr>
                <a:defRPr/>
              </a:pPr>
              <a:t>2019/11/7</a:t>
            </a:fld>
            <a:endParaRPr/>
          </a:p>
        </p:txBody>
      </p:sp>
      <p:sp>
        <p:nvSpPr>
          <p:cNvPr id="3" name="页脚占位符 2"/>
          <p:cNvSpPr>
            <a:spLocks noGrp="1"/>
          </p:cNvSpPr>
          <p:nvPr>
            <p:ph type="ftr" sz="quarter" idx="11"/>
          </p:nvPr>
        </p:nvSpPr>
        <p:spPr/>
        <p:txBody>
          <a:bodyPr/>
          <a:lstStyle>
            <a:lvl1pPr>
              <a:defRPr/>
            </a:lvl1pPr>
          </a:lstStyle>
          <a:p>
            <a:pPr>
              <a:defRPr/>
            </a:pPr>
            <a:endParaRPr/>
          </a:p>
        </p:txBody>
      </p:sp>
      <p:sp>
        <p:nvSpPr>
          <p:cNvPr id="4" name="幻灯片编号占位符 3"/>
          <p:cNvSpPr>
            <a:spLocks noGrp="1"/>
          </p:cNvSpPr>
          <p:nvPr>
            <p:ph type="sldNum" sz="quarter" idx="12"/>
          </p:nvPr>
        </p:nvSpPr>
        <p:spPr/>
        <p:txBody>
          <a:bodyPr/>
          <a:lstStyle>
            <a:lvl1pPr>
              <a:defRPr/>
            </a:lvl1pPr>
          </a:lstStyle>
          <a:p>
            <a:pPr>
              <a:defRPr/>
            </a:pPr>
            <a:fld id="{1D3C316C-C8A3-4BEB-B2D8-65F4C9F6A75A}" type="slidenum">
              <a:rPr lang="en-US" altLang="zh-CN"/>
              <a:pPr>
                <a:defRPr/>
              </a:pPr>
              <a:t>‹#›</a:t>
            </a:fld>
            <a:endParaRPr/>
          </a:p>
        </p:txBody>
      </p:sp>
    </p:spTree>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题注">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latinLnBrk="0">
              <a:defRPr lang="zh-CN" sz="3200"/>
            </a:lvl1pPr>
          </a:lstStyle>
          <a:p>
            <a:r>
              <a:rPr lang="zh-CN" altLang="en-US"/>
              <a:t>单击此处编辑母版标题样式</a:t>
            </a:r>
            <a:endParaRPr lang="zh-CN"/>
          </a:p>
        </p:txBody>
      </p:sp>
      <p:sp>
        <p:nvSpPr>
          <p:cNvPr id="3" name="内容占位符 2"/>
          <p:cNvSpPr>
            <a:spLocks noGrp="1"/>
          </p:cNvSpPr>
          <p:nvPr>
            <p:ph idx="1"/>
          </p:nvPr>
        </p:nvSpPr>
        <p:spPr>
          <a:xfrm>
            <a:off x="5183188" y="987427"/>
            <a:ext cx="6172200" cy="4873625"/>
          </a:xfrm>
        </p:spPr>
        <p:txBody>
          <a:bodyPr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p>
        </p:txBody>
      </p:sp>
      <p:sp>
        <p:nvSpPr>
          <p:cNvPr id="4" name="文本占位符 3"/>
          <p:cNvSpPr>
            <a:spLocks noGrp="1"/>
          </p:cNvSpPr>
          <p:nvPr>
            <p:ph type="body" sz="half" idx="2"/>
          </p:nvPr>
        </p:nvSpPr>
        <p:spPr>
          <a:xfrm>
            <a:off x="839788" y="2101850"/>
            <a:ext cx="3932237" cy="3759200"/>
          </a:xfrm>
        </p:spPr>
        <p:txBody>
          <a:bodyPr/>
          <a:lstStyle>
            <a:lvl1pPr marL="0" indent="0" latinLnBrk="0">
              <a:buNone/>
              <a:defRPr lang="zh-CN" sz="1600"/>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pPr>
              <a:defRPr/>
            </a:pPr>
            <a:fld id="{EF0A9513-1DF0-4E1F-B547-4C250860B41F}" type="datetimeFigureOut">
              <a:rPr lang="zh-CN" altLang="en-US"/>
              <a:pPr>
                <a:defRPr/>
              </a:pPr>
              <a:t>2019/11/7</a:t>
            </a:fld>
            <a:endParaRPr/>
          </a:p>
        </p:txBody>
      </p:sp>
      <p:sp>
        <p:nvSpPr>
          <p:cNvPr id="6" name="页脚占位符 5"/>
          <p:cNvSpPr>
            <a:spLocks noGrp="1"/>
          </p:cNvSpPr>
          <p:nvPr>
            <p:ph type="ftr" sz="quarter" idx="11"/>
          </p:nvPr>
        </p:nvSpPr>
        <p:spPr/>
        <p:txBody>
          <a:bodyPr/>
          <a:lstStyle>
            <a:lvl1pPr>
              <a:defRPr/>
            </a:lvl1pPr>
          </a:lstStyle>
          <a:p>
            <a:pPr>
              <a:defRPr/>
            </a:pPr>
            <a:endParaRPr/>
          </a:p>
        </p:txBody>
      </p:sp>
      <p:sp>
        <p:nvSpPr>
          <p:cNvPr id="7" name="幻灯片编号占位符 6"/>
          <p:cNvSpPr>
            <a:spLocks noGrp="1"/>
          </p:cNvSpPr>
          <p:nvPr>
            <p:ph type="sldNum" sz="quarter" idx="12"/>
          </p:nvPr>
        </p:nvSpPr>
        <p:spPr/>
        <p:txBody>
          <a:bodyPr/>
          <a:lstStyle>
            <a:lvl1pPr>
              <a:defRPr/>
            </a:lvl1pPr>
          </a:lstStyle>
          <a:p>
            <a:pPr>
              <a:defRPr/>
            </a:pPr>
            <a:fld id="{285AC8DB-2C76-424E-9DF6-CF3860218792}" type="slidenum">
              <a:rPr lang="en-US" altLang="zh-CN"/>
              <a:pPr>
                <a:defRPr/>
              </a:pPr>
              <a:t>‹#›</a:t>
            </a:fld>
            <a:endParaRPr/>
          </a:p>
        </p:txBody>
      </p:sp>
    </p:spTree>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题注">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latinLnBrk="0">
              <a:defRPr lang="zh-CN" sz="3200"/>
            </a:lvl1pPr>
          </a:lstStyle>
          <a:p>
            <a:r>
              <a:rPr lang="zh-CN" altLang="en-US"/>
              <a:t>单击此处编辑母版标题样式</a:t>
            </a:r>
            <a:endParaRPr lang="zh-CN"/>
          </a:p>
        </p:txBody>
      </p:sp>
      <p:sp>
        <p:nvSpPr>
          <p:cNvPr id="3" name="图片占位符 2"/>
          <p:cNvSpPr>
            <a:spLocks noGrp="1"/>
          </p:cNvSpPr>
          <p:nvPr>
            <p:ph type="pic" idx="1"/>
          </p:nvPr>
        </p:nvSpPr>
        <p:spPr>
          <a:xfrm>
            <a:off x="5183188" y="987427"/>
            <a:ext cx="6172200" cy="4873625"/>
          </a:xfrm>
        </p:spPr>
        <p:txBody>
          <a:bodyPr rtlCol="0">
            <a:normAutofit/>
          </a:bodyPr>
          <a:lstStyle>
            <a:lvl1pPr marL="0" indent="0" latinLnBrk="0">
              <a:buNone/>
              <a:defRPr lang="zh-CN" sz="32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pPr lvl="0"/>
            <a:r>
              <a:rPr lang="zh-CN" altLang="en-US" noProof="0"/>
              <a:t>单击图标添加图片</a:t>
            </a:r>
            <a:endParaRPr lang="zh-CN" noProof="0"/>
          </a:p>
        </p:txBody>
      </p:sp>
      <p:sp>
        <p:nvSpPr>
          <p:cNvPr id="4" name="文本占位符 3"/>
          <p:cNvSpPr>
            <a:spLocks noGrp="1"/>
          </p:cNvSpPr>
          <p:nvPr>
            <p:ph type="body" sz="half" idx="2"/>
          </p:nvPr>
        </p:nvSpPr>
        <p:spPr>
          <a:xfrm>
            <a:off x="839788" y="2101850"/>
            <a:ext cx="3932237" cy="3759200"/>
          </a:xfrm>
        </p:spPr>
        <p:txBody>
          <a:bodyPr/>
          <a:lstStyle>
            <a:lvl1pPr marL="0" indent="0" latinLnBrk="0">
              <a:buNone/>
              <a:defRPr lang="zh-CN" sz="1600"/>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pPr>
              <a:defRPr/>
            </a:pPr>
            <a:fld id="{A40383F3-11BA-472E-A051-95A21C407307}" type="datetimeFigureOut">
              <a:rPr lang="zh-CN" altLang="en-US"/>
              <a:pPr>
                <a:defRPr/>
              </a:pPr>
              <a:t>2019/11/7</a:t>
            </a:fld>
            <a:endParaRPr/>
          </a:p>
        </p:txBody>
      </p:sp>
      <p:sp>
        <p:nvSpPr>
          <p:cNvPr id="6" name="页脚占位符 5"/>
          <p:cNvSpPr>
            <a:spLocks noGrp="1"/>
          </p:cNvSpPr>
          <p:nvPr>
            <p:ph type="ftr" sz="quarter" idx="11"/>
          </p:nvPr>
        </p:nvSpPr>
        <p:spPr/>
        <p:txBody>
          <a:bodyPr/>
          <a:lstStyle>
            <a:lvl1pPr>
              <a:defRPr/>
            </a:lvl1pPr>
          </a:lstStyle>
          <a:p>
            <a:pPr>
              <a:defRPr/>
            </a:pPr>
            <a:endParaRPr/>
          </a:p>
        </p:txBody>
      </p:sp>
      <p:sp>
        <p:nvSpPr>
          <p:cNvPr id="7" name="幻灯片编号占位符 6"/>
          <p:cNvSpPr>
            <a:spLocks noGrp="1"/>
          </p:cNvSpPr>
          <p:nvPr>
            <p:ph type="sldNum" sz="quarter" idx="12"/>
          </p:nvPr>
        </p:nvSpPr>
        <p:spPr/>
        <p:txBody>
          <a:bodyPr/>
          <a:lstStyle>
            <a:lvl1pPr>
              <a:defRPr/>
            </a:lvl1pPr>
          </a:lstStyle>
          <a:p>
            <a:pPr>
              <a:defRPr/>
            </a:pPr>
            <a:fld id="{DBDFB5FB-F020-4CA2-AF7E-64145EAC2F58}" type="slidenum">
              <a:rPr lang="en-US" altLang="zh-CN"/>
              <a:pPr>
                <a:defRPr/>
              </a:pPr>
              <a:t>‹#›</a:t>
            </a:fld>
            <a:endParaRPr/>
          </a:p>
        </p:txBody>
      </p:sp>
    </p:spTree>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矩形 6"/>
          <p:cNvSpPr/>
          <p:nvPr/>
        </p:nvSpPr>
        <p:spPr>
          <a:xfrm>
            <a:off x="0" y="0"/>
            <a:ext cx="12192000" cy="13335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5" name="矩形 7"/>
          <p:cNvSpPr/>
          <p:nvPr userDrawn="1"/>
        </p:nvSpPr>
        <p:spPr>
          <a:xfrm>
            <a:off x="0" y="0"/>
            <a:ext cx="12192000" cy="13335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2" name="标题 1"/>
          <p:cNvSpPr>
            <a:spLocks noGrp="1"/>
          </p:cNvSpPr>
          <p:nvPr>
            <p:ph type="title"/>
          </p:nvPr>
        </p:nvSpPr>
        <p:spPr>
          <a:xfrm>
            <a:off x="609600" y="1"/>
            <a:ext cx="10744200" cy="1228436"/>
          </a:xfrm>
        </p:spPr>
        <p:txBody>
          <a:bodyPr anchor="b">
            <a:normAutofit/>
          </a:bodyPr>
          <a:lstStyle>
            <a:lvl1pPr latinLnBrk="0">
              <a:defRPr lang="zh-CN" sz="3600">
                <a:solidFill>
                  <a:schemeClr val="bg1"/>
                </a:solidFill>
              </a:defRPr>
            </a:lvl1pPr>
          </a:lstStyle>
          <a:p>
            <a:r>
              <a:rPr lang="zh-CN" altLang="en-US"/>
              <a:t>单击此处编辑母版标题样式</a:t>
            </a:r>
            <a:endParaRPr lang="zh-CN"/>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p>
        </p:txBody>
      </p:sp>
      <p:sp>
        <p:nvSpPr>
          <p:cNvPr id="6" name="日期占位符 3"/>
          <p:cNvSpPr>
            <a:spLocks noGrp="1"/>
          </p:cNvSpPr>
          <p:nvPr>
            <p:ph type="dt" sz="half" idx="10"/>
          </p:nvPr>
        </p:nvSpPr>
        <p:spPr/>
        <p:txBody>
          <a:bodyPr/>
          <a:lstStyle>
            <a:lvl1pPr>
              <a:defRPr/>
            </a:lvl1pPr>
          </a:lstStyle>
          <a:p>
            <a:pPr>
              <a:defRPr/>
            </a:pPr>
            <a:fld id="{D8C4E215-F210-4A55-BCFA-1C04E76F075F}" type="datetimeFigureOut">
              <a:rPr lang="zh-CN" altLang="en-US"/>
              <a:pPr>
                <a:defRPr/>
              </a:pPr>
              <a:t>2019/11/7</a:t>
            </a:fld>
            <a:endParaRPr/>
          </a:p>
        </p:txBody>
      </p:sp>
      <p:sp>
        <p:nvSpPr>
          <p:cNvPr id="7" name="页脚占位符 4"/>
          <p:cNvSpPr>
            <a:spLocks noGrp="1"/>
          </p:cNvSpPr>
          <p:nvPr>
            <p:ph type="ftr" sz="quarter" idx="11"/>
          </p:nvPr>
        </p:nvSpPr>
        <p:spPr/>
        <p:txBody>
          <a:bodyPr/>
          <a:lstStyle>
            <a:lvl1pPr>
              <a:defRPr/>
            </a:lvl1pPr>
          </a:lstStyle>
          <a:p>
            <a:pPr>
              <a:defRPr/>
            </a:pPr>
            <a:endParaRPr/>
          </a:p>
        </p:txBody>
      </p:sp>
      <p:sp>
        <p:nvSpPr>
          <p:cNvPr id="8" name="幻灯片编号占位符 5"/>
          <p:cNvSpPr>
            <a:spLocks noGrp="1"/>
          </p:cNvSpPr>
          <p:nvPr>
            <p:ph type="sldNum" sz="quarter" idx="12"/>
          </p:nvPr>
        </p:nvSpPr>
        <p:spPr/>
        <p:txBody>
          <a:bodyPr/>
          <a:lstStyle>
            <a:lvl1pPr>
              <a:defRPr/>
            </a:lvl1pPr>
          </a:lstStyle>
          <a:p>
            <a:pPr>
              <a:defRPr/>
            </a:pPr>
            <a:fld id="{F38F536F-05A1-49FB-89DA-7016CC733F70}" type="slidenum">
              <a:rPr lang="en-US" altLang="zh-CN"/>
              <a:pPr>
                <a:defRPr/>
              </a:pPr>
              <a:t>‹#›</a:t>
            </a:fld>
            <a:endParaRPr/>
          </a:p>
        </p:txBody>
      </p:sp>
    </p:spTree>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4" name="矩形 6"/>
          <p:cNvSpPr/>
          <p:nvPr/>
        </p:nvSpPr>
        <p:spPr>
          <a:xfrm>
            <a:off x="10094913" y="0"/>
            <a:ext cx="2097087"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5" name="矩形 7"/>
          <p:cNvSpPr/>
          <p:nvPr userDrawn="1"/>
        </p:nvSpPr>
        <p:spPr>
          <a:xfrm>
            <a:off x="10094913" y="0"/>
            <a:ext cx="2097087"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p>
        </p:txBody>
      </p:sp>
      <p:sp>
        <p:nvSpPr>
          <p:cNvPr id="2" name="竖排标题 1"/>
          <p:cNvSpPr>
            <a:spLocks noGrp="1"/>
          </p:cNvSpPr>
          <p:nvPr>
            <p:ph type="title" orient="vert"/>
          </p:nvPr>
        </p:nvSpPr>
        <p:spPr>
          <a:xfrm>
            <a:off x="10215419" y="365125"/>
            <a:ext cx="1819564" cy="5811838"/>
          </a:xfrm>
        </p:spPr>
        <p:txBody>
          <a:bodyPr vert="eaVert" anchor="b">
            <a:normAutofit/>
          </a:bodyPr>
          <a:lstStyle>
            <a:lvl1pPr latinLnBrk="0">
              <a:defRPr lang="zh-CN" sz="3600">
                <a:solidFill>
                  <a:schemeClr val="bg1"/>
                </a:solidFill>
              </a:defRPr>
            </a:lvl1pPr>
          </a:lstStyle>
          <a:p>
            <a:r>
              <a:rPr lang="zh-CN" altLang="en-US"/>
              <a:t>单击此处编辑母版标题样式</a:t>
            </a:r>
            <a:endParaRPr lang="zh-CN"/>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p>
        </p:txBody>
      </p:sp>
      <p:sp>
        <p:nvSpPr>
          <p:cNvPr id="6" name="日期占位符 3"/>
          <p:cNvSpPr>
            <a:spLocks noGrp="1"/>
          </p:cNvSpPr>
          <p:nvPr>
            <p:ph type="dt" sz="half" idx="10"/>
          </p:nvPr>
        </p:nvSpPr>
        <p:spPr/>
        <p:txBody>
          <a:bodyPr/>
          <a:lstStyle>
            <a:lvl1pPr>
              <a:defRPr/>
            </a:lvl1pPr>
          </a:lstStyle>
          <a:p>
            <a:pPr>
              <a:defRPr/>
            </a:pPr>
            <a:fld id="{458A7222-1D46-4F49-8873-40B4AD4836D3}" type="datetimeFigureOut">
              <a:rPr lang="zh-CN" altLang="en-US"/>
              <a:pPr>
                <a:defRPr/>
              </a:pPr>
              <a:t>2019/11/7</a:t>
            </a:fld>
            <a:endParaRPr/>
          </a:p>
        </p:txBody>
      </p:sp>
      <p:sp>
        <p:nvSpPr>
          <p:cNvPr id="7" name="页脚占位符 4"/>
          <p:cNvSpPr>
            <a:spLocks noGrp="1"/>
          </p:cNvSpPr>
          <p:nvPr>
            <p:ph type="ftr" sz="quarter" idx="11"/>
          </p:nvPr>
        </p:nvSpPr>
        <p:spPr/>
        <p:txBody>
          <a:bodyPr/>
          <a:lstStyle>
            <a:lvl1pPr>
              <a:defRPr/>
            </a:lvl1pPr>
          </a:lstStyle>
          <a:p>
            <a:pPr>
              <a:defRPr/>
            </a:pPr>
            <a:endParaRPr/>
          </a:p>
        </p:txBody>
      </p:sp>
      <p:sp>
        <p:nvSpPr>
          <p:cNvPr id="8" name="幻灯片编号占位符 5"/>
          <p:cNvSpPr>
            <a:spLocks noGrp="1"/>
          </p:cNvSpPr>
          <p:nvPr>
            <p:ph type="sldNum" sz="quarter" idx="12"/>
          </p:nvPr>
        </p:nvSpPr>
        <p:spPr/>
        <p:txBody>
          <a:bodyPr/>
          <a:lstStyle>
            <a:lvl1pPr>
              <a:defRPr/>
            </a:lvl1pPr>
          </a:lstStyle>
          <a:p>
            <a:pPr>
              <a:defRPr/>
            </a:pPr>
            <a:fld id="{772A748E-E73B-4FCE-851F-030F0910285D}" type="slidenum">
              <a:rPr lang="en-US" altLang="zh-CN"/>
              <a:pPr>
                <a:defRPr/>
              </a:pPr>
              <a:t>‹#›</a:t>
            </a:fld>
            <a:endParaRPr/>
          </a:p>
        </p:txBody>
      </p:sp>
    </p:spTree>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fontAlgn="auto" latinLnBrk="0">
              <a:spcBef>
                <a:spcPts val="0"/>
              </a:spcBef>
              <a:spcAft>
                <a:spcPts val="0"/>
              </a:spcAft>
              <a:defRPr lang="zh-CN" sz="1200" smtClean="0">
                <a:solidFill>
                  <a:schemeClr val="tx1">
                    <a:tint val="75000"/>
                  </a:schemeClr>
                </a:solidFill>
                <a:latin typeface="Microsoft YaHei UI" panose="020B0503020204020204" pitchFamily="34" charset="-122"/>
                <a:ea typeface="Microsoft YaHei UI" panose="020B0503020204020204" pitchFamily="34" charset="-122"/>
              </a:defRPr>
            </a:lvl1pPr>
          </a:lstStyle>
          <a:p>
            <a:pPr>
              <a:defRPr/>
            </a:pPr>
            <a:fld id="{294A6441-9173-4FF4-B317-358ECC07A9D1}" type="datetimeFigureOut">
              <a:rPr lang="en-US" altLang="zh-CN"/>
              <a:pPr>
                <a:defRPr/>
              </a:pPr>
              <a:t>11/7/19</a:t>
            </a:fld>
            <a:endParaRPr altLang="en-US"/>
          </a:p>
        </p:txBody>
      </p:sp>
      <p:sp>
        <p:nvSpPr>
          <p:cNvPr id="5" name="页脚占位符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fontAlgn="auto" latinLnBrk="0">
              <a:spcBef>
                <a:spcPts val="0"/>
              </a:spcBef>
              <a:spcAft>
                <a:spcPts val="0"/>
              </a:spcAft>
              <a:defRPr lang="zh-CN" sz="1200">
                <a:solidFill>
                  <a:schemeClr val="tx1">
                    <a:tint val="75000"/>
                  </a:schemeClr>
                </a:solidFill>
                <a:latin typeface="Microsoft YaHei UI" panose="020B0503020204020204" pitchFamily="34" charset="-122"/>
                <a:ea typeface="Microsoft YaHei UI" panose="020B0503020204020204" pitchFamily="34" charset="-122"/>
              </a:defRPr>
            </a:lvl1pPr>
          </a:lstStyle>
          <a:p>
            <a:pPr>
              <a:defRPr/>
            </a:pPr>
            <a:endParaRPr altLang="en-US"/>
          </a:p>
        </p:txBody>
      </p:sp>
      <p:sp>
        <p:nvSpPr>
          <p:cNvPr id="6" name="幻灯片编号占位符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fontAlgn="auto" latinLnBrk="0">
              <a:spcBef>
                <a:spcPts val="0"/>
              </a:spcBef>
              <a:spcAft>
                <a:spcPts val="0"/>
              </a:spcAft>
              <a:defRPr lang="zh-CN" sz="1200" smtClean="0">
                <a:solidFill>
                  <a:schemeClr val="tx1">
                    <a:tint val="75000"/>
                  </a:schemeClr>
                </a:solidFill>
                <a:latin typeface="Microsoft YaHei UI" panose="020B0503020204020204" pitchFamily="34" charset="-122"/>
                <a:ea typeface="Microsoft YaHei UI" panose="020B0503020204020204" pitchFamily="34" charset="-122"/>
              </a:defRPr>
            </a:lvl1pPr>
          </a:lstStyle>
          <a:p>
            <a:pPr>
              <a:defRPr/>
            </a:pPr>
            <a:fld id="{439CBDDE-6DEC-46B6-8C80-534B56FAF49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ransition spd="slow">
    <p:wipe dir="r"/>
  </p:transition>
  <p:txStyles>
    <p:titleStyle>
      <a:lvl1pPr algn="l" rtl="0" fontAlgn="base">
        <a:spcBef>
          <a:spcPct val="0"/>
        </a:spcBef>
        <a:spcAft>
          <a:spcPct val="0"/>
        </a:spcAft>
        <a:defRPr lang="zh-CN" sz="4400" kern="1200">
          <a:solidFill>
            <a:schemeClr val="tx1"/>
          </a:solidFill>
          <a:latin typeface="Microsoft YaHei UI" panose="020B0503020204020204" pitchFamily="34" charset="-122"/>
          <a:ea typeface="Microsoft YaHei UI" panose="020B0503020204020204" pitchFamily="34" charset="-122"/>
          <a:cs typeface="Microsoft YaHei UI"/>
        </a:defRPr>
      </a:lvl1pPr>
      <a:lvl2pPr algn="l" rtl="0" fontAlgn="base">
        <a:spcBef>
          <a:spcPct val="0"/>
        </a:spcBef>
        <a:spcAft>
          <a:spcPct val="0"/>
        </a:spcAft>
        <a:defRPr sz="4400">
          <a:solidFill>
            <a:schemeClr val="tx1"/>
          </a:solidFill>
          <a:latin typeface="Microsoft YaHei UI"/>
          <a:ea typeface="Microsoft YaHei UI"/>
          <a:cs typeface="Microsoft YaHei UI"/>
        </a:defRPr>
      </a:lvl2pPr>
      <a:lvl3pPr algn="l" rtl="0" fontAlgn="base">
        <a:spcBef>
          <a:spcPct val="0"/>
        </a:spcBef>
        <a:spcAft>
          <a:spcPct val="0"/>
        </a:spcAft>
        <a:defRPr sz="4400">
          <a:solidFill>
            <a:schemeClr val="tx1"/>
          </a:solidFill>
          <a:latin typeface="Microsoft YaHei UI"/>
          <a:ea typeface="Microsoft YaHei UI"/>
          <a:cs typeface="Microsoft YaHei UI"/>
        </a:defRPr>
      </a:lvl3pPr>
      <a:lvl4pPr algn="l" rtl="0" fontAlgn="base">
        <a:spcBef>
          <a:spcPct val="0"/>
        </a:spcBef>
        <a:spcAft>
          <a:spcPct val="0"/>
        </a:spcAft>
        <a:defRPr sz="4400">
          <a:solidFill>
            <a:schemeClr val="tx1"/>
          </a:solidFill>
          <a:latin typeface="Microsoft YaHei UI"/>
          <a:ea typeface="Microsoft YaHei UI"/>
          <a:cs typeface="Microsoft YaHei UI"/>
        </a:defRPr>
      </a:lvl4pPr>
      <a:lvl5pPr algn="l" rtl="0" fontAlgn="base">
        <a:spcBef>
          <a:spcPct val="0"/>
        </a:spcBef>
        <a:spcAft>
          <a:spcPct val="0"/>
        </a:spcAft>
        <a:defRPr sz="4400">
          <a:solidFill>
            <a:schemeClr val="tx1"/>
          </a:solidFill>
          <a:latin typeface="Microsoft YaHei UI"/>
          <a:ea typeface="Microsoft YaHei UI"/>
          <a:cs typeface="Microsoft YaHei UI"/>
        </a:defRPr>
      </a:lvl5pPr>
      <a:lvl6pPr marL="457200" algn="l" rtl="0" fontAlgn="base">
        <a:spcBef>
          <a:spcPct val="0"/>
        </a:spcBef>
        <a:spcAft>
          <a:spcPct val="0"/>
        </a:spcAft>
        <a:defRPr sz="4400">
          <a:solidFill>
            <a:schemeClr val="tx1"/>
          </a:solidFill>
          <a:latin typeface="Microsoft YaHei UI"/>
          <a:ea typeface="Microsoft YaHei UI"/>
          <a:cs typeface="Microsoft YaHei UI"/>
        </a:defRPr>
      </a:lvl6pPr>
      <a:lvl7pPr marL="914400" algn="l" rtl="0" fontAlgn="base">
        <a:spcBef>
          <a:spcPct val="0"/>
        </a:spcBef>
        <a:spcAft>
          <a:spcPct val="0"/>
        </a:spcAft>
        <a:defRPr sz="4400">
          <a:solidFill>
            <a:schemeClr val="tx1"/>
          </a:solidFill>
          <a:latin typeface="Microsoft YaHei UI"/>
          <a:ea typeface="Microsoft YaHei UI"/>
          <a:cs typeface="Microsoft YaHei UI"/>
        </a:defRPr>
      </a:lvl7pPr>
      <a:lvl8pPr marL="1371600" algn="l" rtl="0" fontAlgn="base">
        <a:spcBef>
          <a:spcPct val="0"/>
        </a:spcBef>
        <a:spcAft>
          <a:spcPct val="0"/>
        </a:spcAft>
        <a:defRPr sz="4400">
          <a:solidFill>
            <a:schemeClr val="tx1"/>
          </a:solidFill>
          <a:latin typeface="Microsoft YaHei UI"/>
          <a:ea typeface="Microsoft YaHei UI"/>
          <a:cs typeface="Microsoft YaHei UI"/>
        </a:defRPr>
      </a:lvl8pPr>
      <a:lvl9pPr marL="1828800" algn="l" rtl="0" fontAlgn="base">
        <a:spcBef>
          <a:spcPct val="0"/>
        </a:spcBef>
        <a:spcAft>
          <a:spcPct val="0"/>
        </a:spcAft>
        <a:defRPr sz="4400">
          <a:solidFill>
            <a:schemeClr val="tx1"/>
          </a:solidFill>
          <a:latin typeface="Microsoft YaHei UI"/>
          <a:ea typeface="Microsoft YaHei UI"/>
          <a:cs typeface="Microsoft YaHei UI"/>
        </a:defRPr>
      </a:lvl9pPr>
    </p:titleStyle>
    <p:bodyStyle>
      <a:lvl1pPr marL="228600" indent="-228600" algn="l" rtl="0" fontAlgn="base">
        <a:lnSpc>
          <a:spcPct val="90000"/>
        </a:lnSpc>
        <a:spcBef>
          <a:spcPct val="30000"/>
        </a:spcBef>
        <a:spcAft>
          <a:spcPct val="0"/>
        </a:spcAft>
        <a:buFont typeface="Arial" charset="0"/>
        <a:buChar char="•"/>
        <a:defRPr lang="zh-CN" sz="2800" kern="1200">
          <a:solidFill>
            <a:schemeClr val="tx1"/>
          </a:solidFill>
          <a:latin typeface="Microsoft YaHei UI" panose="020B0503020204020204" pitchFamily="34" charset="-122"/>
          <a:ea typeface="Microsoft YaHei UI" panose="020B0503020204020204" pitchFamily="34" charset="-122"/>
          <a:cs typeface="Microsoft YaHei UI"/>
        </a:defRPr>
      </a:lvl1pPr>
      <a:lvl2pPr marL="685800" indent="-228600" algn="l" rtl="0" fontAlgn="base">
        <a:lnSpc>
          <a:spcPct val="90000"/>
        </a:lnSpc>
        <a:spcBef>
          <a:spcPct val="30000"/>
        </a:spcBef>
        <a:spcAft>
          <a:spcPct val="0"/>
        </a:spcAft>
        <a:buFont typeface="Arial" charset="0"/>
        <a:buChar char="•"/>
        <a:defRPr lang="zh-CN" sz="2400" kern="1200">
          <a:solidFill>
            <a:schemeClr val="tx1"/>
          </a:solidFill>
          <a:latin typeface="Microsoft YaHei UI" panose="020B0503020204020204" pitchFamily="34" charset="-122"/>
          <a:ea typeface="Microsoft YaHei UI" panose="020B0503020204020204" pitchFamily="34" charset="-122"/>
          <a:cs typeface="Microsoft YaHei UI"/>
        </a:defRPr>
      </a:lvl2pPr>
      <a:lvl3pPr marL="1143000" indent="-228600" algn="l" rtl="0" fontAlgn="base">
        <a:lnSpc>
          <a:spcPct val="90000"/>
        </a:lnSpc>
        <a:spcBef>
          <a:spcPct val="30000"/>
        </a:spcBef>
        <a:spcAft>
          <a:spcPct val="0"/>
        </a:spcAft>
        <a:buFont typeface="Arial" charset="0"/>
        <a:buChar char="•"/>
        <a:defRPr lang="zh-CN" sz="2000" kern="1200">
          <a:solidFill>
            <a:schemeClr val="tx1"/>
          </a:solidFill>
          <a:latin typeface="Microsoft YaHei UI" panose="020B0503020204020204" pitchFamily="34" charset="-122"/>
          <a:ea typeface="Microsoft YaHei UI" panose="020B0503020204020204" pitchFamily="34" charset="-122"/>
          <a:cs typeface="Microsoft YaHei UI"/>
        </a:defRPr>
      </a:lvl3pPr>
      <a:lvl4pPr marL="1600200" indent="-228600" algn="l" rtl="0" fontAlgn="base">
        <a:lnSpc>
          <a:spcPct val="90000"/>
        </a:lnSpc>
        <a:spcBef>
          <a:spcPct val="30000"/>
        </a:spcBef>
        <a:spcAft>
          <a:spcPct val="0"/>
        </a:spcAft>
        <a:buFont typeface="Arial" charset="0"/>
        <a:buChar char="•"/>
        <a:defRPr lang="zh-CN" kern="1200">
          <a:solidFill>
            <a:schemeClr val="tx1"/>
          </a:solidFill>
          <a:latin typeface="Microsoft YaHei UI" panose="020B0503020204020204" pitchFamily="34" charset="-122"/>
          <a:ea typeface="Microsoft YaHei UI" panose="020B0503020204020204" pitchFamily="34" charset="-122"/>
          <a:cs typeface="Microsoft YaHei UI"/>
        </a:defRPr>
      </a:lvl4pPr>
      <a:lvl5pPr marL="2057400" indent="-228600" algn="l" rtl="0" fontAlgn="base">
        <a:lnSpc>
          <a:spcPct val="90000"/>
        </a:lnSpc>
        <a:spcBef>
          <a:spcPct val="30000"/>
        </a:spcBef>
        <a:spcAft>
          <a:spcPct val="0"/>
        </a:spcAft>
        <a:buFont typeface="Arial" charset="0"/>
        <a:buChar char="•"/>
        <a:defRPr lang="zh-CN" kern="1200">
          <a:solidFill>
            <a:schemeClr val="tx1"/>
          </a:solidFill>
          <a:latin typeface="Microsoft YaHei UI" panose="020B0503020204020204" pitchFamily="34" charset="-122"/>
          <a:ea typeface="Microsoft YaHei UI" panose="020B0503020204020204" pitchFamily="34" charset="-122"/>
          <a:cs typeface="Microsoft YaHei UI"/>
        </a:defRPr>
      </a:lvl5pPr>
      <a:lvl6pPr marL="25146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n-lt"/>
          <a:ea typeface="+mn-ea"/>
          <a:cs typeface="+mn-cs"/>
        </a:defRPr>
      </a:lvl9pPr>
    </p:bodyStyle>
    <p:otherStyle>
      <a:defPPr>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blog.sina.com.cn/zhousu58"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628063" y="473075"/>
            <a:ext cx="3038475" cy="40243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14338" name="图片 7"/>
          <p:cNvPicPr>
            <a:picLocks noChangeAspect="1"/>
          </p:cNvPicPr>
          <p:nvPr/>
        </p:nvPicPr>
        <p:blipFill>
          <a:blip r:embed="rId3"/>
          <a:srcRect/>
          <a:stretch>
            <a:fillRect/>
          </a:stretch>
        </p:blipFill>
        <p:spPr bwMode="auto">
          <a:xfrm>
            <a:off x="8655050" y="498475"/>
            <a:ext cx="3000375" cy="3989388"/>
          </a:xfrm>
          <a:prstGeom prst="rect">
            <a:avLst/>
          </a:prstGeom>
          <a:noFill/>
          <a:ln w="9525">
            <a:noFill/>
            <a:miter lim="800000"/>
            <a:headEnd/>
            <a:tailEnd/>
          </a:ln>
        </p:spPr>
      </p:pic>
      <p:sp>
        <p:nvSpPr>
          <p:cNvPr id="2" name="标题 1"/>
          <p:cNvSpPr>
            <a:spLocks noGrp="1"/>
          </p:cNvSpPr>
          <p:nvPr>
            <p:ph type="ctrTitle"/>
          </p:nvPr>
        </p:nvSpPr>
        <p:spPr>
          <a:xfrm>
            <a:off x="839788" y="2073275"/>
            <a:ext cx="10515600" cy="2387600"/>
          </a:xfrm>
        </p:spPr>
        <p:txBody>
          <a:bodyPr rtlCol="0"/>
          <a:lstStyle/>
          <a:p>
            <a:pPr fontAlgn="auto">
              <a:spcAft>
                <a:spcPts val="0"/>
              </a:spcAft>
              <a:defRPr/>
            </a:pPr>
            <a:r>
              <a:rPr altLang="en-US" sz="4400" b="1" dirty="0">
                <a:effectLst>
                  <a:outerShdw blurRad="38100" dist="38100" dir="2700000" algn="tl">
                    <a:srgbClr val="000000">
                      <a:alpha val="43137"/>
                    </a:srgbClr>
                  </a:outerShdw>
                </a:effectLst>
                <a:cs typeface="+mj-cs"/>
              </a:rPr>
              <a:t>新编 </a:t>
            </a:r>
            <a:r>
              <a:rPr altLang="en-US" b="1" dirty="0">
                <a:effectLst>
                  <a:outerShdw blurRad="38100" dist="38100" dir="2700000" algn="tl">
                    <a:srgbClr val="000000">
                      <a:alpha val="43137"/>
                    </a:srgbClr>
                  </a:outerShdw>
                </a:effectLst>
                <a:cs typeface="+mj-cs"/>
              </a:rPr>
              <a:t>计算机导论</a:t>
            </a:r>
            <a:r>
              <a:rPr altLang="en-US" sz="2800" b="1" dirty="0">
                <a:effectLst>
                  <a:outerShdw blurRad="38100" dist="38100" dir="2700000" algn="tl">
                    <a:srgbClr val="000000">
                      <a:alpha val="43137"/>
                    </a:srgbClr>
                  </a:outerShdw>
                </a:effectLst>
                <a:cs typeface="+mj-cs"/>
              </a:rPr>
              <a:t>（第二版）</a:t>
            </a:r>
            <a:br>
              <a:rPr lang="en-US" altLang="zh-CN" sz="2800" b="1" dirty="0">
                <a:effectLst>
                  <a:outerShdw blurRad="38100" dist="38100" dir="2700000" algn="tl">
                    <a:srgbClr val="000000">
                      <a:alpha val="43137"/>
                    </a:srgbClr>
                  </a:outerShdw>
                </a:effectLst>
                <a:cs typeface="+mj-cs"/>
              </a:rPr>
            </a:br>
            <a:br>
              <a:rPr lang="en-US" altLang="zh-CN" sz="2800" b="1" dirty="0">
                <a:effectLst>
                  <a:outerShdw blurRad="38100" dist="38100" dir="2700000" algn="tl">
                    <a:srgbClr val="000000">
                      <a:alpha val="43137"/>
                    </a:srgbClr>
                  </a:outerShdw>
                </a:effectLst>
                <a:cs typeface="+mj-cs"/>
              </a:rPr>
            </a:br>
            <a:br>
              <a:rPr lang="en-US" altLang="zh-CN" sz="1000" b="1" dirty="0">
                <a:effectLst>
                  <a:outerShdw blurRad="38100" dist="38100" dir="2700000" algn="tl">
                    <a:srgbClr val="000000">
                      <a:alpha val="43137"/>
                    </a:srgbClr>
                  </a:outerShdw>
                </a:effectLst>
                <a:cs typeface="+mj-cs"/>
              </a:rPr>
            </a:br>
            <a:r>
              <a:rPr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mj-cs"/>
              </a:rPr>
              <a:t>机械工业出版社 </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mj-cs"/>
              </a:rPr>
              <a:t>2015-3</a:t>
            </a:r>
            <a:endParaRPr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mj-cs"/>
            </a:endParaRPr>
          </a:p>
        </p:txBody>
      </p:sp>
      <p:sp>
        <p:nvSpPr>
          <p:cNvPr id="6" name="Rectangle 7"/>
          <p:cNvSpPr>
            <a:spLocks noChangeArrowheads="1"/>
          </p:cNvSpPr>
          <p:nvPr/>
        </p:nvSpPr>
        <p:spPr bwMode="auto">
          <a:xfrm>
            <a:off x="2574925" y="4913313"/>
            <a:ext cx="9215438" cy="1944687"/>
          </a:xfrm>
          <a:prstGeom prst="rect">
            <a:avLst/>
          </a:prstGeom>
          <a:noFill/>
          <a:ln>
            <a:noFill/>
          </a:ln>
          <a:effectLst/>
        </p:spPr>
        <p:txBody>
          <a:bodyPr/>
          <a:lstStyle>
            <a:lvl1pPr algn="ctr">
              <a:lnSpc>
                <a:spcPct val="130000"/>
              </a:lnSpc>
              <a:spcBef>
                <a:spcPct val="20000"/>
              </a:spcBef>
              <a:defRPr kumimoji="1" sz="2000" b="1">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defRPr>
            </a:lvl1pPr>
            <a:lvl2pPr algn="ctr">
              <a:lnSpc>
                <a:spcPct val="130000"/>
              </a:lnSpc>
              <a:spcBef>
                <a:spcPct val="20000"/>
              </a:spcBef>
              <a:defRPr kumimoji="1" sz="2400"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2pPr>
            <a:lvl3pPr algn="ctr">
              <a:lnSpc>
                <a:spcPct val="130000"/>
              </a:lnSpc>
              <a:spcBef>
                <a:spcPct val="20000"/>
              </a:spcBef>
              <a:defRPr kumimoji="1" sz="2000"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3pPr>
            <a:lvl4pPr algn="ctr">
              <a:lnSpc>
                <a:spcPct val="130000"/>
              </a:lnSpc>
              <a:spcBef>
                <a:spcPct val="20000"/>
              </a:spcBef>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4pPr>
            <a:lvl5pPr algn="ctr">
              <a:lnSpc>
                <a:spcPct val="130000"/>
              </a:lnSpc>
              <a:spcBef>
                <a:spcPct val="20000"/>
              </a:spcBef>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5pPr>
            <a:lvl6pPr algn="ctr" fontAlgn="base">
              <a:lnSpc>
                <a:spcPct val="130000"/>
              </a:lnSpc>
              <a:spcBef>
                <a:spcPct val="20000"/>
              </a:spcBef>
              <a:spcAft>
                <a:spcPct val="0"/>
              </a:spcAft>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6pPr>
            <a:lvl7pPr algn="ctr" fontAlgn="base">
              <a:lnSpc>
                <a:spcPct val="130000"/>
              </a:lnSpc>
              <a:spcBef>
                <a:spcPct val="20000"/>
              </a:spcBef>
              <a:spcAft>
                <a:spcPct val="0"/>
              </a:spcAft>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7pPr>
            <a:lvl8pPr algn="ctr" fontAlgn="base">
              <a:lnSpc>
                <a:spcPct val="130000"/>
              </a:lnSpc>
              <a:spcBef>
                <a:spcPct val="20000"/>
              </a:spcBef>
              <a:spcAft>
                <a:spcPct val="0"/>
              </a:spcAft>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8pPr>
            <a:lvl9pPr algn="ctr" fontAlgn="base">
              <a:lnSpc>
                <a:spcPct val="130000"/>
              </a:lnSpc>
              <a:spcBef>
                <a:spcPct val="20000"/>
              </a:spcBef>
              <a:spcAft>
                <a:spcPct val="0"/>
              </a:spcAft>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9pPr>
          </a:lstStyle>
          <a:p>
            <a:pPr algn="r" fontAlgn="auto">
              <a:lnSpc>
                <a:spcPct val="120000"/>
              </a:lnSpc>
              <a:spcAft>
                <a:spcPts val="0"/>
              </a:spcAft>
              <a:defRPr/>
            </a:pPr>
            <a:r>
              <a:rPr lang="zh-CN" altLang="en-US" sz="3600" dirty="0">
                <a:effectLst>
                  <a:outerShdw blurRad="38100" dist="38100" dir="2700000" algn="tl">
                    <a:srgbClr val="000000"/>
                  </a:outerShdw>
                </a:effectLst>
                <a:latin typeface="华文新魏" panose="02010800040101010101" pitchFamily="2" charset="-122"/>
                <a:ea typeface="华文新魏" panose="02010800040101010101" pitchFamily="2" charset="-122"/>
              </a:rPr>
              <a:t>周 苏</a:t>
            </a:r>
            <a:r>
              <a:rPr lang="zh-CN" altLang="en-US" sz="2800" dirty="0">
                <a:effectLst>
                  <a:outerShdw blurRad="38100" dist="38100" dir="2700000" algn="tl">
                    <a:srgbClr val="000000"/>
                  </a:outerShdw>
                </a:effectLst>
                <a:latin typeface="华文新魏" panose="02010800040101010101" pitchFamily="2" charset="-122"/>
                <a:ea typeface="华文新魏" panose="02010800040101010101" pitchFamily="2" charset="-122"/>
              </a:rPr>
              <a:t>教授</a:t>
            </a:r>
          </a:p>
          <a:p>
            <a:pPr algn="r" fontAlgn="auto">
              <a:lnSpc>
                <a:spcPct val="120000"/>
              </a:lnSpc>
              <a:spcAft>
                <a:spcPts val="0"/>
              </a:spcAft>
              <a:defRPr/>
            </a:pPr>
            <a:r>
              <a:rPr lang="zh-CN" altLang="en-US"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手机：</a:t>
            </a:r>
            <a:r>
              <a:rPr lang="en-US" altLang="zh-CN"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13805784515      QQ</a:t>
            </a:r>
            <a:r>
              <a:rPr lang="zh-CN" altLang="en-US"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a:t>
            </a:r>
            <a:r>
              <a:rPr lang="en-US" altLang="zh-CN"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81505050</a:t>
            </a:r>
          </a:p>
          <a:p>
            <a:pPr algn="r" fontAlgn="auto">
              <a:lnSpc>
                <a:spcPct val="120000"/>
              </a:lnSpc>
              <a:spcAft>
                <a:spcPts val="0"/>
              </a:spcAft>
              <a:defRPr/>
            </a:pPr>
            <a:r>
              <a:rPr lang="zh-CN" altLang="en-US"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博客：</a:t>
            </a:r>
            <a:r>
              <a:rPr lang="en-US" altLang="zh-CN"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http://blog.sina.com.cn/zhousu58   </a:t>
            </a:r>
            <a:r>
              <a:rPr lang="zh-CN" altLang="en-US"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邮箱：</a:t>
            </a:r>
            <a:r>
              <a:rPr lang="en-US" altLang="zh-CN"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zhousu@qq.com</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4838" y="0"/>
            <a:ext cx="10748962" cy="1208088"/>
          </a:xfrm>
        </p:spPr>
        <p:txBody>
          <a:bodyPr rtlCol="0"/>
          <a:lstStyle/>
          <a:p>
            <a:pPr fontAlgn="auto">
              <a:spcAft>
                <a:spcPts val="0"/>
              </a:spcAft>
              <a:defRPr/>
            </a:pPr>
            <a:r>
              <a:rPr altLang="en-US" b="1" dirty="0">
                <a:effectLst>
                  <a:outerShdw blurRad="38100" dist="38100" dir="2700000" algn="tl">
                    <a:srgbClr val="000000">
                      <a:alpha val="43137"/>
                    </a:srgbClr>
                  </a:outerShdw>
                </a:effectLst>
                <a:cs typeface="+mj-cs"/>
              </a:rPr>
              <a:t>第</a:t>
            </a:r>
            <a:r>
              <a:rPr lang="en-US" altLang="zh-CN" b="1" dirty="0">
                <a:effectLst>
                  <a:outerShdw blurRad="38100" dist="38100" dir="2700000" algn="tl">
                    <a:srgbClr val="000000">
                      <a:alpha val="43137"/>
                    </a:srgbClr>
                  </a:outerShdw>
                </a:effectLst>
                <a:cs typeface="+mj-cs"/>
              </a:rPr>
              <a:t>15</a:t>
            </a:r>
            <a:r>
              <a:rPr altLang="en-US" b="1">
                <a:effectLst>
                  <a:outerShdw blurRad="38100" dist="38100" dir="2700000" algn="tl">
                    <a:srgbClr val="000000">
                      <a:alpha val="43137"/>
                    </a:srgbClr>
                  </a:outerShdw>
                </a:effectLst>
                <a:cs typeface="+mj-cs"/>
              </a:rPr>
              <a:t>章  职业、职业素质与法律</a:t>
            </a:r>
            <a:endParaRPr sz="2800" b="1" dirty="0">
              <a:effectLst>
                <a:outerShdw blurRad="38100" dist="38100" dir="2700000" algn="tl">
                  <a:srgbClr val="000000">
                    <a:alpha val="43137"/>
                  </a:srgbClr>
                </a:outerShdw>
              </a:effectLst>
              <a:cs typeface="+mj-cs"/>
            </a:endParaRPr>
          </a:p>
        </p:txBody>
      </p:sp>
      <p:sp>
        <p:nvSpPr>
          <p:cNvPr id="3" name="内容占位符 2"/>
          <p:cNvSpPr>
            <a:spLocks noGrp="1"/>
          </p:cNvSpPr>
          <p:nvPr>
            <p:ph idx="1"/>
          </p:nvPr>
        </p:nvSpPr>
        <p:spPr>
          <a:xfrm>
            <a:off x="541338" y="1647825"/>
            <a:ext cx="11139487" cy="4470400"/>
          </a:xfrm>
        </p:spPr>
        <p:txBody>
          <a:bodyPr>
            <a:noAutofit/>
          </a:bodyPr>
          <a:lstStyle/>
          <a:p>
            <a:r>
              <a:rPr altLang="en-US" sz="2400" b="1">
                <a:solidFill>
                  <a:schemeClr val="tx1"/>
                </a:solidFill>
                <a:effectLst>
                  <a:outerShdw blurRad="38100" dist="38100" dir="2700000" algn="tl">
                    <a:srgbClr val="C0C0C0"/>
                  </a:outerShdw>
                </a:effectLst>
                <a:latin typeface="Microsoft YaHei UI"/>
                <a:ea typeface="Microsoft YaHei UI"/>
              </a:rPr>
              <a:t>随着计算机技术（特别是网络技术）的迅猛发展和广泛应用，由新技术带来的诸如网络空间的自由化、网络环境下的知识产权、计算机从业人员的价值观与职业素质等社会和职业问题已极大地影响着信息产业的发展，并引起业界人士的高度重视。无论是购买计算机还是选择职业，作为一个专业学生，同时也是消费者，了解计算机行业非常重要。</a:t>
            </a:r>
          </a:p>
        </p:txBody>
      </p:sp>
    </p:spTree>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15.1  IEEE/ACM《</a:t>
            </a:r>
            <a:r>
              <a:rPr altLang="en-US" sz="3200" b="1">
                <a:solidFill>
                  <a:schemeClr val="bg1"/>
                </a:solidFill>
                <a:effectLst>
                  <a:outerShdw blurRad="38100" dist="38100" dir="2700000" algn="tl">
                    <a:srgbClr val="C0C0C0"/>
                  </a:outerShdw>
                </a:effectLst>
                <a:latin typeface="Microsoft YaHei UI"/>
                <a:ea typeface="Microsoft YaHei UI"/>
              </a:rPr>
              <a:t>计算学科教学计划</a:t>
            </a:r>
            <a:r>
              <a:rPr lang="en-US" altLang="zh-CN" sz="3200" b="1">
                <a:solidFill>
                  <a:schemeClr val="bg1"/>
                </a:solidFill>
                <a:effectLst>
                  <a:outerShdw blurRad="38100" dist="38100" dir="2700000" algn="tl">
                    <a:srgbClr val="C0C0C0"/>
                  </a:outerShdw>
                </a:effectLst>
                <a:latin typeface="Microsoft YaHei UI"/>
                <a:ea typeface="Microsoft YaHei UI"/>
              </a:rPr>
              <a:t>》</a:t>
            </a:r>
            <a:r>
              <a:rPr altLang="en-US" sz="3200" b="1">
                <a:solidFill>
                  <a:schemeClr val="bg1"/>
                </a:solidFill>
                <a:effectLst>
                  <a:outerShdw blurRad="38100" dist="38100" dir="2700000" algn="tl">
                    <a:srgbClr val="C0C0C0"/>
                  </a:outerShdw>
                </a:effectLst>
                <a:latin typeface="Microsoft YaHei UI"/>
                <a:ea typeface="Microsoft YaHei UI"/>
              </a:rPr>
              <a:t>的相关要求</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lang="en-US" altLang="zh-CN" sz="2400" b="1" dirty="0">
                <a:effectLst>
                  <a:outerShdw blurRad="38100" dist="38100" dir="2700000" algn="tl">
                    <a:srgbClr val="C0C0C0"/>
                  </a:outerShdw>
                </a:effectLst>
                <a:latin typeface="Microsoft YaHei UI"/>
                <a:ea typeface="Microsoft YaHei UI"/>
              </a:rPr>
              <a:t>1990</a:t>
            </a:r>
            <a:r>
              <a:rPr altLang="en-US" sz="2400" b="1" dirty="0">
                <a:effectLst>
                  <a:outerShdw blurRad="38100" dist="38100" dir="2700000" algn="tl">
                    <a:srgbClr val="C0C0C0"/>
                  </a:outerShdw>
                </a:effectLst>
                <a:latin typeface="Microsoft YaHei UI"/>
                <a:ea typeface="Microsoft YaHei UI"/>
              </a:rPr>
              <a:t>年，</a:t>
            </a:r>
            <a:r>
              <a:rPr lang="en-US" altLang="zh-CN" sz="2400" b="1" dirty="0">
                <a:effectLst>
                  <a:outerShdw blurRad="38100" dist="38100" dir="2700000" algn="tl">
                    <a:srgbClr val="C0C0C0"/>
                  </a:outerShdw>
                </a:effectLst>
                <a:latin typeface="Microsoft YaHei UI"/>
                <a:ea typeface="Microsoft YaHei UI"/>
              </a:rPr>
              <a:t>IEEE/ACM</a:t>
            </a:r>
            <a:r>
              <a:rPr altLang="en-US" sz="2400" b="1" dirty="0">
                <a:effectLst>
                  <a:outerShdw blurRad="38100" dist="38100" dir="2700000" algn="tl">
                    <a:srgbClr val="C0C0C0"/>
                  </a:outerShdw>
                </a:effectLst>
                <a:latin typeface="Microsoft YaHei UI"/>
                <a:ea typeface="Microsoft YaHei UI"/>
              </a:rPr>
              <a:t>研究的</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计算学科教学计划</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CC1991</a:t>
            </a:r>
            <a:r>
              <a:rPr altLang="en-US" sz="2400" b="1" dirty="0">
                <a:effectLst>
                  <a:outerShdw blurRad="38100" dist="38100" dir="2700000" algn="tl">
                    <a:srgbClr val="C0C0C0"/>
                  </a:outerShdw>
                </a:effectLst>
                <a:latin typeface="Microsoft YaHei UI"/>
                <a:ea typeface="Microsoft YaHei UI"/>
              </a:rPr>
              <a:t>报告）将“社会、道德和职业的问题”列入到计算学科主领域中，并强调它对计算学科的重要作用和影响。之后，</a:t>
            </a:r>
            <a:r>
              <a:rPr lang="en-US" altLang="zh-CN" sz="2400" b="1" dirty="0">
                <a:effectLst>
                  <a:outerShdw blurRad="38100" dist="38100" dir="2700000" algn="tl">
                    <a:srgbClr val="C0C0C0"/>
                  </a:outerShdw>
                </a:effectLst>
                <a:latin typeface="Microsoft YaHei UI"/>
                <a:ea typeface="Microsoft YaHei UI"/>
              </a:rPr>
              <a:t>CC2001</a:t>
            </a:r>
            <a:r>
              <a:rPr altLang="en-US" sz="2400" b="1" dirty="0">
                <a:effectLst>
                  <a:outerShdw blurRad="38100" dist="38100" dir="2700000" algn="tl">
                    <a:srgbClr val="C0C0C0"/>
                  </a:outerShdw>
                </a:effectLst>
                <a:latin typeface="Microsoft YaHei UI"/>
                <a:ea typeface="Microsoft YaHei UI"/>
              </a:rPr>
              <a:t>充分肯定了</a:t>
            </a:r>
            <a:r>
              <a:rPr lang="en-US" altLang="zh-CN" sz="2400" b="1" dirty="0">
                <a:effectLst>
                  <a:outerShdw blurRad="38100" dist="38100" dir="2700000" algn="tl">
                    <a:srgbClr val="C0C0C0"/>
                  </a:outerShdw>
                </a:effectLst>
                <a:latin typeface="Microsoft YaHei UI"/>
                <a:ea typeface="Microsoft YaHei UI"/>
              </a:rPr>
              <a:t>CC1991</a:t>
            </a:r>
            <a:r>
              <a:rPr altLang="en-US" sz="2400" b="1" dirty="0">
                <a:effectLst>
                  <a:outerShdw blurRad="38100" dist="38100" dir="2700000" algn="tl">
                    <a:srgbClr val="C0C0C0"/>
                  </a:outerShdw>
                </a:effectLst>
                <a:latin typeface="Microsoft YaHei UI"/>
                <a:ea typeface="Microsoft YaHei UI"/>
              </a:rPr>
              <a:t>关于“社会、道德和职业的问题”的论述，并将它改为“社会和职业的问题”，继续强调它对计算学科的重要作用和影响。</a:t>
            </a:r>
          </a:p>
        </p:txBody>
      </p:sp>
    </p:spTree>
    <p:extLst>
      <p:ext uri="{BB962C8B-B14F-4D97-AF65-F5344CB8AC3E}">
        <p14:creationId xmlns:p14="http://schemas.microsoft.com/office/powerpoint/2010/main" val="325362137"/>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15.1  IEEE/ACM《</a:t>
            </a:r>
            <a:r>
              <a:rPr altLang="en-US" sz="3200" b="1">
                <a:solidFill>
                  <a:schemeClr val="bg1"/>
                </a:solidFill>
                <a:effectLst>
                  <a:outerShdw blurRad="38100" dist="38100" dir="2700000" algn="tl">
                    <a:srgbClr val="C0C0C0"/>
                  </a:outerShdw>
                </a:effectLst>
                <a:latin typeface="Microsoft YaHei UI"/>
                <a:ea typeface="Microsoft YaHei UI"/>
              </a:rPr>
              <a:t>计算学科教学计划</a:t>
            </a:r>
            <a:r>
              <a:rPr lang="en-US" altLang="zh-CN" sz="3200" b="1">
                <a:solidFill>
                  <a:schemeClr val="bg1"/>
                </a:solidFill>
                <a:effectLst>
                  <a:outerShdw blurRad="38100" dist="38100" dir="2700000" algn="tl">
                    <a:srgbClr val="C0C0C0"/>
                  </a:outerShdw>
                </a:effectLst>
                <a:latin typeface="Microsoft YaHei UI"/>
                <a:ea typeface="Microsoft YaHei UI"/>
              </a:rPr>
              <a:t>》</a:t>
            </a:r>
            <a:r>
              <a:rPr altLang="en-US" sz="3200" b="1">
                <a:solidFill>
                  <a:schemeClr val="bg1"/>
                </a:solidFill>
                <a:effectLst>
                  <a:outerShdw blurRad="38100" dist="38100" dir="2700000" algn="tl">
                    <a:srgbClr val="C0C0C0"/>
                  </a:outerShdw>
                </a:effectLst>
                <a:latin typeface="Microsoft YaHei UI"/>
                <a:ea typeface="Microsoft YaHei UI"/>
              </a:rPr>
              <a:t>的相关要求</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“社会和职业的问题”属于学科价值观方面的内容。</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计算学科教学计划</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要求计算专业的学生不但要了解专业，还要了解社会。例如，要求学生了解计算学科的基本文化、社会、法律和道德方面的固有问题；了解计算学科的历史和现状；理解它的历史意义和作用。另外，作为未来的实际工作者，他们还应当具备其他方面的一些能力，如能够回答和评价有关计算机对社会的冲击这类严肃问题，并能预测将已知产品投放到给定环境中去会造成什么样的冲击；知道软件和硬件的卖方及用户的权益，并树立以这些权益为基础的道德观念；意识到他们各自承担的责任，以及不承担这些责任可能产生的后果等。</a:t>
            </a:r>
          </a:p>
        </p:txBody>
      </p:sp>
    </p:spTree>
    <p:extLst>
      <p:ext uri="{BB962C8B-B14F-4D97-AF65-F5344CB8AC3E}">
        <p14:creationId xmlns:p14="http://schemas.microsoft.com/office/powerpoint/2010/main" val="1969045449"/>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15.1  IEEE/ACM《</a:t>
            </a:r>
            <a:r>
              <a:rPr altLang="en-US" sz="3200" b="1">
                <a:solidFill>
                  <a:schemeClr val="bg1"/>
                </a:solidFill>
                <a:effectLst>
                  <a:outerShdw blurRad="38100" dist="38100" dir="2700000" algn="tl">
                    <a:srgbClr val="C0C0C0"/>
                  </a:outerShdw>
                </a:effectLst>
                <a:latin typeface="Microsoft YaHei UI"/>
                <a:ea typeface="Microsoft YaHei UI"/>
              </a:rPr>
              <a:t>计算学科教学计划</a:t>
            </a:r>
            <a:r>
              <a:rPr lang="en-US" altLang="zh-CN" sz="3200" b="1">
                <a:solidFill>
                  <a:schemeClr val="bg1"/>
                </a:solidFill>
                <a:effectLst>
                  <a:outerShdw blurRad="38100" dist="38100" dir="2700000" algn="tl">
                    <a:srgbClr val="C0C0C0"/>
                  </a:outerShdw>
                </a:effectLst>
                <a:latin typeface="Microsoft YaHei UI"/>
                <a:ea typeface="Microsoft YaHei UI"/>
              </a:rPr>
              <a:t>》</a:t>
            </a:r>
            <a:r>
              <a:rPr altLang="en-US" sz="3200" b="1">
                <a:solidFill>
                  <a:schemeClr val="bg1"/>
                </a:solidFill>
                <a:effectLst>
                  <a:outerShdw blurRad="38100" dist="38100" dir="2700000" algn="tl">
                    <a:srgbClr val="C0C0C0"/>
                  </a:outerShdw>
                </a:effectLst>
                <a:latin typeface="Microsoft YaHei UI"/>
                <a:ea typeface="Microsoft YaHei UI"/>
              </a:rPr>
              <a:t>的相关要求</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计算学科教学计划</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将“社会和职业的问题”主领域划分为以下</a:t>
            </a:r>
            <a:r>
              <a:rPr lang="en-US" altLang="zh-CN" sz="2400" b="1" dirty="0">
                <a:effectLst>
                  <a:outerShdw blurRad="38100" dist="38100" dir="2700000" algn="tl">
                    <a:srgbClr val="C0C0C0"/>
                  </a:outerShdw>
                </a:effectLst>
                <a:latin typeface="Microsoft YaHei UI"/>
                <a:ea typeface="Microsoft YaHei UI"/>
              </a:rPr>
              <a:t>10</a:t>
            </a:r>
            <a:r>
              <a:rPr altLang="en-US" sz="2400" b="1" dirty="0">
                <a:effectLst>
                  <a:outerShdw blurRad="38100" dist="38100" dir="2700000" algn="tl">
                    <a:srgbClr val="C0C0C0"/>
                  </a:outerShdw>
                </a:effectLst>
                <a:latin typeface="Microsoft YaHei UI"/>
                <a:ea typeface="Microsoft YaHei UI"/>
              </a:rPr>
              <a:t>个子领域，即：</a:t>
            </a:r>
            <a:endParaRPr lang="en-US" altLang="en-US" sz="2400" b="1" dirty="0">
              <a:effectLst>
                <a:outerShdw blurRad="38100" dist="38100" dir="2700000" algn="tl">
                  <a:srgbClr val="C0C0C0"/>
                </a:outerShdw>
              </a:effectLst>
              <a:latin typeface="Microsoft YaHei UI"/>
              <a:ea typeface="Microsoft YaHei UI"/>
            </a:endParaRPr>
          </a:p>
          <a:p>
            <a:pPr marL="457200" lvl="1" indent="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1</a:t>
            </a:r>
            <a:r>
              <a:rPr altLang="en-US" sz="2000" b="1" dirty="0">
                <a:effectLst>
                  <a:outerShdw blurRad="38100" dist="38100" dir="2700000" algn="tl">
                    <a:srgbClr val="C0C0C0"/>
                  </a:outerShdw>
                </a:effectLst>
                <a:latin typeface="Microsoft YaHei UI"/>
                <a:ea typeface="Microsoft YaHei UI"/>
              </a:rPr>
              <a:t>）计算的历史；</a:t>
            </a:r>
            <a:r>
              <a:rPr lang="en-US" altLang="en-US" sz="2000" b="1" dirty="0">
                <a:effectLst>
                  <a:outerShdw blurRad="38100" dist="38100" dir="2700000" algn="tl">
                    <a:srgbClr val="C0C0C0"/>
                  </a:outerShdw>
                </a:effectLst>
                <a:latin typeface="Microsoft YaHei UI"/>
                <a:ea typeface="Microsoft YaHei UI"/>
              </a:rPr>
              <a:t>				</a:t>
            </a:r>
            <a:r>
              <a:rPr lang="en-US" altLang="zh-CN" sz="2000" b="1" dirty="0">
                <a:effectLst>
                  <a:outerShdw blurRad="38100" dist="38100" dir="2700000" algn="tl">
                    <a:srgbClr val="C0C0C0"/>
                  </a:outerShdw>
                </a:effectLst>
                <a:latin typeface="Microsoft YaHei UI"/>
                <a:ea typeface="Microsoft YaHei UI"/>
              </a:rPr>
              <a:t>2</a:t>
            </a:r>
            <a:r>
              <a:rPr altLang="en-US" sz="2000" b="1" dirty="0">
                <a:effectLst>
                  <a:outerShdw blurRad="38100" dist="38100" dir="2700000" algn="tl">
                    <a:srgbClr val="C0C0C0"/>
                  </a:outerShdw>
                </a:effectLst>
                <a:latin typeface="Microsoft YaHei UI"/>
                <a:ea typeface="Microsoft YaHei UI"/>
              </a:rPr>
              <a:t>）计算的社会背景；</a:t>
            </a:r>
            <a:endParaRPr lang="en-US" altLang="en-US" sz="2000" b="1" dirty="0">
              <a:effectLst>
                <a:outerShdw blurRad="38100" dist="38100" dir="2700000" algn="tl">
                  <a:srgbClr val="C0C0C0"/>
                </a:outerShdw>
              </a:effectLst>
              <a:latin typeface="Microsoft YaHei UI"/>
              <a:ea typeface="Microsoft YaHei UI"/>
            </a:endParaRPr>
          </a:p>
          <a:p>
            <a:pPr marL="457200" lvl="1" indent="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3</a:t>
            </a:r>
            <a:r>
              <a:rPr altLang="en-US" sz="2000" b="1" dirty="0">
                <a:effectLst>
                  <a:outerShdw blurRad="38100" dist="38100" dir="2700000" algn="tl">
                    <a:srgbClr val="C0C0C0"/>
                  </a:outerShdw>
                </a:effectLst>
                <a:latin typeface="Microsoft YaHei UI"/>
                <a:ea typeface="Microsoft YaHei UI"/>
              </a:rPr>
              <a:t>）道德分析的方法和工具；</a:t>
            </a:r>
            <a:r>
              <a:rPr lang="en-US" altLang="en-US" sz="2000" b="1" dirty="0">
                <a:effectLst>
                  <a:outerShdw blurRad="38100" dist="38100" dir="2700000" algn="tl">
                    <a:srgbClr val="C0C0C0"/>
                  </a:outerShdw>
                </a:effectLst>
                <a:latin typeface="Microsoft YaHei UI"/>
                <a:ea typeface="Microsoft YaHei UI"/>
              </a:rPr>
              <a:t>		</a:t>
            </a:r>
            <a:r>
              <a:rPr lang="en-US" altLang="zh-CN" sz="2000" b="1" dirty="0">
                <a:effectLst>
                  <a:outerShdw blurRad="38100" dist="38100" dir="2700000" algn="tl">
                    <a:srgbClr val="C0C0C0"/>
                  </a:outerShdw>
                </a:effectLst>
                <a:latin typeface="Microsoft YaHei UI"/>
                <a:ea typeface="Microsoft YaHei UI"/>
              </a:rPr>
              <a:t>4</a:t>
            </a:r>
            <a:r>
              <a:rPr altLang="en-US" sz="2000" b="1" dirty="0">
                <a:effectLst>
                  <a:outerShdw blurRad="38100" dist="38100" dir="2700000" algn="tl">
                    <a:srgbClr val="C0C0C0"/>
                  </a:outerShdw>
                </a:effectLst>
                <a:latin typeface="Microsoft YaHei UI"/>
                <a:ea typeface="Microsoft YaHei UI"/>
              </a:rPr>
              <a:t>）职业和道德责任</a:t>
            </a:r>
            <a:r>
              <a:rPr lang="zh-CN" altLang="en-US" sz="2000" b="1" dirty="0">
                <a:effectLst>
                  <a:outerShdw blurRad="38100" dist="38100" dir="2700000" algn="tl">
                    <a:srgbClr val="C0C0C0"/>
                  </a:outerShdw>
                </a:effectLst>
                <a:latin typeface="Microsoft YaHei UI"/>
                <a:ea typeface="Microsoft YaHei UI"/>
              </a:rPr>
              <a:t>；</a:t>
            </a:r>
            <a:endParaRPr lang="en-US" altLang="zh-CN" sz="2000" b="1" dirty="0">
              <a:effectLst>
                <a:outerShdw blurRad="38100" dist="38100" dir="2700000" algn="tl">
                  <a:srgbClr val="C0C0C0"/>
                </a:outerShdw>
              </a:effectLst>
              <a:latin typeface="Microsoft YaHei UI"/>
              <a:ea typeface="Microsoft YaHei UI"/>
            </a:endParaRPr>
          </a:p>
          <a:p>
            <a:pPr marL="457200" lvl="1" indent="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5</a:t>
            </a:r>
            <a:r>
              <a:rPr altLang="en-US" sz="2000" b="1" dirty="0">
                <a:effectLst>
                  <a:outerShdw blurRad="38100" dist="38100" dir="2700000" algn="tl">
                    <a:srgbClr val="C0C0C0"/>
                  </a:outerShdw>
                </a:effectLst>
                <a:latin typeface="Microsoft YaHei UI"/>
                <a:ea typeface="Microsoft YaHei UI"/>
              </a:rPr>
              <a:t>）基于计算机系统的风险与责任；</a:t>
            </a:r>
            <a:r>
              <a:rPr lang="en-US" altLang="en-US" sz="2000" b="1" dirty="0">
                <a:effectLst>
                  <a:outerShdw blurRad="38100" dist="38100" dir="2700000" algn="tl">
                    <a:srgbClr val="C0C0C0"/>
                  </a:outerShdw>
                </a:effectLst>
                <a:latin typeface="Microsoft YaHei UI"/>
                <a:ea typeface="Microsoft YaHei UI"/>
              </a:rPr>
              <a:t>		</a:t>
            </a:r>
            <a:r>
              <a:rPr lang="en-US" altLang="zh-CN" sz="2000" b="1" dirty="0">
                <a:effectLst>
                  <a:outerShdw blurRad="38100" dist="38100" dir="2700000" algn="tl">
                    <a:srgbClr val="C0C0C0"/>
                  </a:outerShdw>
                </a:effectLst>
                <a:latin typeface="Microsoft YaHei UI"/>
                <a:ea typeface="Microsoft YaHei UI"/>
              </a:rPr>
              <a:t>6</a:t>
            </a:r>
            <a:r>
              <a:rPr altLang="en-US" sz="2000" b="1" dirty="0">
                <a:effectLst>
                  <a:outerShdw blurRad="38100" dist="38100" dir="2700000" algn="tl">
                    <a:srgbClr val="C0C0C0"/>
                  </a:outerShdw>
                </a:effectLst>
                <a:latin typeface="Microsoft YaHei UI"/>
                <a:ea typeface="Microsoft YaHei UI"/>
              </a:rPr>
              <a:t>）知识产权；</a:t>
            </a:r>
            <a:endParaRPr lang="en-US" altLang="en-US" sz="2000" b="1" dirty="0">
              <a:effectLst>
                <a:outerShdw blurRad="38100" dist="38100" dir="2700000" algn="tl">
                  <a:srgbClr val="C0C0C0"/>
                </a:outerShdw>
              </a:effectLst>
              <a:latin typeface="Microsoft YaHei UI"/>
              <a:ea typeface="Microsoft YaHei UI"/>
            </a:endParaRPr>
          </a:p>
          <a:p>
            <a:pPr marL="457200" lvl="1" indent="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7</a:t>
            </a:r>
            <a:r>
              <a:rPr altLang="en-US" sz="2000" b="1" dirty="0">
                <a:effectLst>
                  <a:outerShdw blurRad="38100" dist="38100" dir="2700000" algn="tl">
                    <a:srgbClr val="C0C0C0"/>
                  </a:outerShdw>
                </a:effectLst>
                <a:latin typeface="Microsoft YaHei UI"/>
                <a:ea typeface="Microsoft YaHei UI"/>
              </a:rPr>
              <a:t>）隐私与公民的自由；</a:t>
            </a:r>
            <a:r>
              <a:rPr lang="en-US" altLang="en-US" sz="2000" b="1" dirty="0">
                <a:effectLst>
                  <a:outerShdw blurRad="38100" dist="38100" dir="2700000" algn="tl">
                    <a:srgbClr val="C0C0C0"/>
                  </a:outerShdw>
                </a:effectLst>
                <a:latin typeface="Microsoft YaHei UI"/>
                <a:ea typeface="Microsoft YaHei UI"/>
              </a:rPr>
              <a:t>			</a:t>
            </a:r>
            <a:r>
              <a:rPr lang="en-US" altLang="zh-CN" sz="2000" b="1" dirty="0">
                <a:effectLst>
                  <a:outerShdw blurRad="38100" dist="38100" dir="2700000" algn="tl">
                    <a:srgbClr val="C0C0C0"/>
                  </a:outerShdw>
                </a:effectLst>
                <a:latin typeface="Microsoft YaHei UI"/>
                <a:ea typeface="Microsoft YaHei UI"/>
              </a:rPr>
              <a:t>8</a:t>
            </a:r>
            <a:r>
              <a:rPr altLang="en-US" sz="2000" b="1" dirty="0">
                <a:effectLst>
                  <a:outerShdw blurRad="38100" dist="38100" dir="2700000" algn="tl">
                    <a:srgbClr val="C0C0C0"/>
                  </a:outerShdw>
                </a:effectLst>
                <a:latin typeface="Microsoft YaHei UI"/>
                <a:ea typeface="Microsoft YaHei UI"/>
              </a:rPr>
              <a:t>）计算机犯罪；</a:t>
            </a:r>
            <a:endParaRPr lang="en-US" altLang="en-US" sz="2000" b="1" dirty="0">
              <a:effectLst>
                <a:outerShdw blurRad="38100" dist="38100" dir="2700000" algn="tl">
                  <a:srgbClr val="C0C0C0"/>
                </a:outerShdw>
              </a:effectLst>
              <a:latin typeface="Microsoft YaHei UI"/>
              <a:ea typeface="Microsoft YaHei UI"/>
            </a:endParaRPr>
          </a:p>
          <a:p>
            <a:pPr marL="457200" lvl="1" indent="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9</a:t>
            </a:r>
            <a:r>
              <a:rPr altLang="en-US" sz="2000" b="1" dirty="0">
                <a:effectLst>
                  <a:outerShdw blurRad="38100" dist="38100" dir="2700000" algn="tl">
                    <a:srgbClr val="C0C0C0"/>
                  </a:outerShdw>
                </a:effectLst>
                <a:latin typeface="Microsoft YaHei UI"/>
                <a:ea typeface="Microsoft YaHei UI"/>
              </a:rPr>
              <a:t>）与计算有关的经济问题；</a:t>
            </a:r>
            <a:r>
              <a:rPr lang="en-US" altLang="en-US" sz="2000" b="1" dirty="0">
                <a:effectLst>
                  <a:outerShdw blurRad="38100" dist="38100" dir="2700000" algn="tl">
                    <a:srgbClr val="C0C0C0"/>
                  </a:outerShdw>
                </a:effectLst>
                <a:latin typeface="Microsoft YaHei UI"/>
                <a:ea typeface="Microsoft YaHei UI"/>
              </a:rPr>
              <a:t>		</a:t>
            </a:r>
            <a:r>
              <a:rPr lang="en-US" altLang="zh-CN" sz="2000" b="1" dirty="0">
                <a:effectLst>
                  <a:outerShdw blurRad="38100" dist="38100" dir="2700000" algn="tl">
                    <a:srgbClr val="C0C0C0"/>
                  </a:outerShdw>
                </a:effectLst>
                <a:latin typeface="Microsoft YaHei UI"/>
                <a:ea typeface="Microsoft YaHei UI"/>
              </a:rPr>
              <a:t>10</a:t>
            </a:r>
            <a:r>
              <a:rPr altLang="en-US" sz="2000" b="1" dirty="0">
                <a:effectLst>
                  <a:outerShdw blurRad="38100" dist="38100" dir="2700000" algn="tl">
                    <a:srgbClr val="C0C0C0"/>
                  </a:outerShdw>
                </a:effectLst>
                <a:latin typeface="Microsoft YaHei UI"/>
                <a:ea typeface="Microsoft YaHei UI"/>
              </a:rPr>
              <a:t>）哲学框架。</a:t>
            </a:r>
          </a:p>
        </p:txBody>
      </p:sp>
    </p:spTree>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  </a:t>
            </a:r>
            <a:r>
              <a:rPr altLang="en-US" sz="3200" b="1">
                <a:solidFill>
                  <a:schemeClr val="bg1"/>
                </a:solidFill>
                <a:effectLst>
                  <a:outerShdw blurRad="38100" dist="38100" dir="2700000" algn="tl">
                    <a:srgbClr val="C0C0C0"/>
                  </a:outerShdw>
                </a:effectLst>
                <a:latin typeface="Microsoft YaHei UI"/>
                <a:ea typeface="Microsoft YaHei UI"/>
              </a:rPr>
              <a:t>计算的社会背景</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a:effectLst>
                  <a:outerShdw blurRad="38100" dist="38100" dir="2700000" algn="tl">
                    <a:srgbClr val="C0C0C0"/>
                  </a:outerShdw>
                </a:effectLst>
                <a:latin typeface="Microsoft YaHei UI"/>
                <a:ea typeface="Microsoft YaHei UI"/>
              </a:rPr>
              <a:t>计算机技术和网络技术正在使世界经历一场巨大的变革，这种变革不但体现在人们的日常工作和生活中，而且深刻地反映在社会经济、文化等各个方面。比如：网络信息的膨胀正在逐步瓦解信息集中控制的现状；与传统的通信方式相比，计算机通信更有利于不同性别、种族、文化和语言的人们之间的交流，更有助于减少交流中的偏见和误解。如今，网络建设的发展已经成为衡量一个社会信息化程度的重要标准。</a:t>
            </a:r>
          </a:p>
        </p:txBody>
      </p:sp>
    </p:spTree>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15.2.1  </a:t>
            </a:r>
            <a:r>
              <a:rPr altLang="en-US" sz="3200" b="1">
                <a:solidFill>
                  <a:schemeClr val="bg1"/>
                </a:solidFill>
                <a:effectLst>
                  <a:outerShdw blurRad="38100" dist="38100" dir="2700000" algn="tl">
                    <a:srgbClr val="C0C0C0"/>
                  </a:outerShdw>
                </a:effectLst>
                <a:latin typeface="Microsoft YaHei UI"/>
                <a:ea typeface="Microsoft YaHei UI"/>
              </a:rPr>
              <a:t>网络的社会内涵</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人们逐渐认识到，为了让网络长远地造福于社会，就必须规范对网络的访问和使用。这就对政府、学术界和法律界提出了挑战，人们面临的一个难题就是如何制订和完善网络法规。具体地说，就是如何在计算机空间里保护公民的隐私，规范网络言论，保护电子知识产权，以及保障网络安全等。</a:t>
            </a:r>
          </a:p>
        </p:txBody>
      </p:sp>
    </p:spTree>
    <p:extLst>
      <p:ext uri="{BB962C8B-B14F-4D97-AF65-F5344CB8AC3E}">
        <p14:creationId xmlns:p14="http://schemas.microsoft.com/office/powerpoint/2010/main" val="4018168782"/>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15.2.1  </a:t>
            </a:r>
            <a:r>
              <a:rPr altLang="en-US" sz="3200" b="1">
                <a:solidFill>
                  <a:schemeClr val="bg1"/>
                </a:solidFill>
                <a:effectLst>
                  <a:outerShdw blurRad="38100" dist="38100" dir="2700000" algn="tl">
                    <a:srgbClr val="C0C0C0"/>
                  </a:outerShdw>
                </a:effectLst>
                <a:latin typeface="Microsoft YaHei UI"/>
                <a:ea typeface="Microsoft YaHei UI"/>
              </a:rPr>
              <a:t>网络的社会内涵</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lang="en-US" altLang="zh-CN" sz="2400" b="1" dirty="0">
                <a:effectLst>
                  <a:outerShdw blurRad="38100" dist="38100" dir="2700000" algn="tl">
                    <a:srgbClr val="C0C0C0"/>
                  </a:outerShdw>
                </a:effectLst>
                <a:latin typeface="Microsoft YaHei UI"/>
                <a:ea typeface="Microsoft YaHei UI"/>
              </a:rPr>
              <a:t>20</a:t>
            </a:r>
            <a:r>
              <a:rPr altLang="en-US" sz="2400" b="1" dirty="0">
                <a:effectLst>
                  <a:outerShdw blurRad="38100" dist="38100" dir="2700000" algn="tl">
                    <a:srgbClr val="C0C0C0"/>
                  </a:outerShdw>
                </a:effectLst>
                <a:latin typeface="Microsoft YaHei UI"/>
                <a:ea typeface="Microsoft YaHei UI"/>
              </a:rPr>
              <a:t>世纪</a:t>
            </a:r>
            <a:r>
              <a:rPr lang="en-US" altLang="zh-CN" sz="2400" b="1" dirty="0">
                <a:effectLst>
                  <a:outerShdw blurRad="38100" dist="38100" dir="2700000" algn="tl">
                    <a:srgbClr val="C0C0C0"/>
                  </a:outerShdw>
                </a:effectLst>
                <a:latin typeface="Microsoft YaHei UI"/>
                <a:ea typeface="Microsoft YaHei UI"/>
              </a:rPr>
              <a:t>80</a:t>
            </a:r>
            <a:r>
              <a:rPr altLang="en-US" sz="2400" b="1" dirty="0">
                <a:effectLst>
                  <a:outerShdw blurRad="38100" dist="38100" dir="2700000" algn="tl">
                    <a:srgbClr val="C0C0C0"/>
                  </a:outerShdw>
                </a:effectLst>
                <a:latin typeface="Microsoft YaHei UI"/>
                <a:ea typeface="Microsoft YaHei UI"/>
              </a:rPr>
              <a:t>年代以来，美国政府相继颁布了多项法律法规，初步建立了因特网法制的整体框架。颁布于</a:t>
            </a:r>
            <a:r>
              <a:rPr lang="en-US" altLang="zh-CN" sz="2400" b="1" dirty="0">
                <a:effectLst>
                  <a:outerShdw blurRad="38100" dist="38100" dir="2700000" algn="tl">
                    <a:srgbClr val="C0C0C0"/>
                  </a:outerShdw>
                </a:effectLst>
                <a:latin typeface="Microsoft YaHei UI"/>
                <a:ea typeface="Microsoft YaHei UI"/>
              </a:rPr>
              <a:t>1986</a:t>
            </a:r>
            <a:r>
              <a:rPr altLang="en-US" sz="2400" b="1" dirty="0">
                <a:effectLst>
                  <a:outerShdw blurRad="38100" dist="38100" dir="2700000" algn="tl">
                    <a:srgbClr val="C0C0C0"/>
                  </a:outerShdw>
                </a:effectLst>
                <a:latin typeface="Microsoft YaHei UI"/>
                <a:ea typeface="Microsoft YaHei UI"/>
              </a:rPr>
              <a:t>年的</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计算机反欺诈和滥用法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，主要目的是惩处计算机欺诈和与计算机有关的犯罪行为，被视为惩治计算机黑客犯罪的里程碑；</a:t>
            </a:r>
            <a:r>
              <a:rPr lang="en-US" altLang="zh-CN" sz="2400" b="1" dirty="0">
                <a:effectLst>
                  <a:outerShdw blurRad="38100" dist="38100" dir="2700000" algn="tl">
                    <a:srgbClr val="C0C0C0"/>
                  </a:outerShdw>
                </a:effectLst>
                <a:latin typeface="Microsoft YaHei UI"/>
                <a:ea typeface="Microsoft YaHei UI"/>
              </a:rPr>
              <a:t>1997</a:t>
            </a:r>
            <a:r>
              <a:rPr altLang="en-US" sz="2400" b="1" dirty="0">
                <a:effectLst>
                  <a:outerShdw blurRad="38100" dist="38100" dir="2700000" algn="tl">
                    <a:srgbClr val="C0C0C0"/>
                  </a:outerShdw>
                </a:effectLst>
                <a:latin typeface="Microsoft YaHei UI"/>
                <a:ea typeface="Microsoft YaHei UI"/>
              </a:rPr>
              <a:t>年</a:t>
            </a:r>
            <a:r>
              <a:rPr lang="en-US" altLang="zh-CN" sz="2400" b="1" dirty="0">
                <a:effectLst>
                  <a:outerShdw blurRad="38100" dist="38100" dir="2700000" algn="tl">
                    <a:srgbClr val="C0C0C0"/>
                  </a:outerShdw>
                </a:effectLst>
                <a:latin typeface="Microsoft YaHei UI"/>
                <a:ea typeface="Microsoft YaHei UI"/>
              </a:rPr>
              <a:t>7</a:t>
            </a:r>
            <a:r>
              <a:rPr altLang="en-US" sz="2400" b="1" dirty="0">
                <a:effectLst>
                  <a:outerShdw blurRad="38100" dist="38100" dir="2700000" algn="tl">
                    <a:srgbClr val="C0C0C0"/>
                  </a:outerShdw>
                </a:effectLst>
                <a:latin typeface="Microsoft YaHei UI"/>
                <a:ea typeface="Microsoft YaHei UI"/>
              </a:rPr>
              <a:t>月</a:t>
            </a:r>
            <a:r>
              <a:rPr lang="en-US" altLang="zh-CN" sz="2400" b="1" dirty="0">
                <a:effectLst>
                  <a:outerShdw blurRad="38100" dist="38100" dir="2700000" algn="tl">
                    <a:srgbClr val="C0C0C0"/>
                  </a:outerShdw>
                </a:effectLst>
                <a:latin typeface="Microsoft YaHei UI"/>
                <a:ea typeface="Microsoft YaHei UI"/>
              </a:rPr>
              <a:t>1</a:t>
            </a:r>
            <a:r>
              <a:rPr altLang="en-US" sz="2400" b="1" dirty="0">
                <a:effectLst>
                  <a:outerShdw blurRad="38100" dist="38100" dir="2700000" algn="tl">
                    <a:srgbClr val="C0C0C0"/>
                  </a:outerShdw>
                </a:effectLst>
                <a:latin typeface="Microsoft YaHei UI"/>
                <a:ea typeface="Microsoft YaHei UI"/>
              </a:rPr>
              <a:t>日发布的</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全球电子商务框架</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报告，阐述了美国政府在建立全球电子商务基础结构上的原则立场，是划时代的政策性文件；</a:t>
            </a:r>
            <a:r>
              <a:rPr lang="en-US" altLang="zh-CN" sz="2400" b="1" dirty="0">
                <a:effectLst>
                  <a:outerShdw blurRad="38100" dist="38100" dir="2700000" algn="tl">
                    <a:srgbClr val="C0C0C0"/>
                  </a:outerShdw>
                </a:effectLst>
                <a:latin typeface="Microsoft YaHei UI"/>
                <a:ea typeface="Microsoft YaHei UI"/>
              </a:rPr>
              <a:t>1998</a:t>
            </a:r>
            <a:r>
              <a:rPr altLang="en-US" sz="2400" b="1" dirty="0">
                <a:effectLst>
                  <a:outerShdw blurRad="38100" dist="38100" dir="2700000" algn="tl">
                    <a:srgbClr val="C0C0C0"/>
                  </a:outerShdw>
                </a:effectLst>
                <a:latin typeface="Microsoft YaHei UI"/>
                <a:ea typeface="Microsoft YaHei UI"/>
              </a:rPr>
              <a:t>年</a:t>
            </a:r>
            <a:r>
              <a:rPr lang="en-US" altLang="zh-CN" sz="2400" b="1" dirty="0">
                <a:effectLst>
                  <a:outerShdw blurRad="38100" dist="38100" dir="2700000" algn="tl">
                    <a:srgbClr val="C0C0C0"/>
                  </a:outerShdw>
                </a:effectLst>
                <a:latin typeface="Microsoft YaHei UI"/>
                <a:ea typeface="Microsoft YaHei UI"/>
              </a:rPr>
              <a:t>10</a:t>
            </a:r>
            <a:r>
              <a:rPr altLang="en-US" sz="2400" b="1" dirty="0">
                <a:effectLst>
                  <a:outerShdw blurRad="38100" dist="38100" dir="2700000" algn="tl">
                    <a:srgbClr val="C0C0C0"/>
                  </a:outerShdw>
                </a:effectLst>
                <a:latin typeface="Microsoft YaHei UI"/>
                <a:ea typeface="Microsoft YaHei UI"/>
              </a:rPr>
              <a:t>月</a:t>
            </a:r>
            <a:r>
              <a:rPr lang="en-US" altLang="zh-CN" sz="2400" b="1" dirty="0">
                <a:effectLst>
                  <a:outerShdw blurRad="38100" dist="38100" dir="2700000" algn="tl">
                    <a:srgbClr val="C0C0C0"/>
                  </a:outerShdw>
                </a:effectLst>
                <a:latin typeface="Microsoft YaHei UI"/>
                <a:ea typeface="Microsoft YaHei UI"/>
              </a:rPr>
              <a:t>28</a:t>
            </a:r>
            <a:r>
              <a:rPr altLang="en-US" sz="2400" b="1" dirty="0">
                <a:effectLst>
                  <a:outerShdw blurRad="38100" dist="38100" dir="2700000" algn="tl">
                    <a:srgbClr val="C0C0C0"/>
                  </a:outerShdw>
                </a:effectLst>
                <a:latin typeface="Microsoft YaHei UI"/>
                <a:ea typeface="Microsoft YaHei UI"/>
              </a:rPr>
              <a:t>日，由美国总统克林顿签署的</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数字千年版权法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，对网络上的软件、音乐、文字作品的著作权给予了新的保护。</a:t>
            </a:r>
          </a:p>
        </p:txBody>
      </p:sp>
    </p:spTree>
    <p:extLst>
      <p:ext uri="{BB962C8B-B14F-4D97-AF65-F5344CB8AC3E}">
        <p14:creationId xmlns:p14="http://schemas.microsoft.com/office/powerpoint/2010/main" val="1513626563"/>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15.2.1  </a:t>
            </a:r>
            <a:r>
              <a:rPr altLang="en-US" sz="3200" b="1">
                <a:solidFill>
                  <a:schemeClr val="bg1"/>
                </a:solidFill>
                <a:effectLst>
                  <a:outerShdw blurRad="38100" dist="38100" dir="2700000" algn="tl">
                    <a:srgbClr val="C0C0C0"/>
                  </a:outerShdw>
                </a:effectLst>
                <a:latin typeface="Microsoft YaHei UI"/>
                <a:ea typeface="Microsoft YaHei UI"/>
              </a:rPr>
              <a:t>网络的社会内涵</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澳大利亚堪培拉大学在其制订的</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网络使用和用户的责任与义务</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中规定：该校的网络，包括因特网和</a:t>
            </a:r>
            <a:r>
              <a:rPr lang="en-US" altLang="zh-CN" sz="2400" b="1" dirty="0">
                <a:effectLst>
                  <a:outerShdw blurRad="38100" dist="38100" dir="2700000" algn="tl">
                    <a:srgbClr val="C0C0C0"/>
                  </a:outerShdw>
                </a:effectLst>
                <a:latin typeface="Microsoft YaHei UI"/>
                <a:ea typeface="Microsoft YaHei UI"/>
              </a:rPr>
              <a:t>E-mail</a:t>
            </a:r>
            <a:r>
              <a:rPr altLang="en-US" sz="2400" b="1" dirty="0">
                <a:effectLst>
                  <a:outerShdw blurRad="38100" dist="38100" dir="2700000" algn="tl">
                    <a:srgbClr val="C0C0C0"/>
                  </a:outerShdw>
                </a:effectLst>
                <a:latin typeface="Microsoft YaHei UI"/>
                <a:ea typeface="Microsoft YaHei UI"/>
              </a:rPr>
              <a:t>，必须并只能用于与该校有关的事务；用户必须以一种礼貌的、负责任的方式进行网上通信；用户必须遵守国家立法和学校制订与网络相关的规章、制度和政策，还规定学校有权利也有义务监督本校网络的使用与访问，以保证其与国家立法和学校的法规、制度和政策相符合。</a:t>
            </a:r>
          </a:p>
        </p:txBody>
      </p:sp>
    </p:spTree>
    <p:extLst>
      <p:ext uri="{BB962C8B-B14F-4D97-AF65-F5344CB8AC3E}">
        <p14:creationId xmlns:p14="http://schemas.microsoft.com/office/powerpoint/2010/main" val="1600914280"/>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15.2.1  </a:t>
            </a:r>
            <a:r>
              <a:rPr altLang="en-US" sz="3200" b="1">
                <a:solidFill>
                  <a:schemeClr val="bg1"/>
                </a:solidFill>
                <a:effectLst>
                  <a:outerShdw blurRad="38100" dist="38100" dir="2700000" algn="tl">
                    <a:srgbClr val="C0C0C0"/>
                  </a:outerShdw>
                </a:effectLst>
                <a:latin typeface="Microsoft YaHei UI"/>
                <a:ea typeface="Microsoft YaHei UI"/>
              </a:rPr>
              <a:t>网络的社会内涵</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在我国，网络立法已经受到有关方面的高度重视，近年来出台了多部有关网络使用规范、网络安全和网络知识产权保护的规定。如</a:t>
            </a:r>
            <a:r>
              <a:rPr lang="en-US" altLang="zh-CN" sz="2400" b="1" dirty="0">
                <a:effectLst>
                  <a:outerShdw blurRad="38100" dist="38100" dir="2700000" algn="tl">
                    <a:srgbClr val="C0C0C0"/>
                  </a:outerShdw>
                </a:effectLst>
                <a:latin typeface="Microsoft YaHei UI"/>
                <a:ea typeface="Microsoft YaHei UI"/>
              </a:rPr>
              <a:t>1997</a:t>
            </a:r>
            <a:r>
              <a:rPr altLang="en-US" sz="2400" b="1" dirty="0">
                <a:effectLst>
                  <a:outerShdw blurRad="38100" dist="38100" dir="2700000" algn="tl">
                    <a:srgbClr val="C0C0C0"/>
                  </a:outerShdw>
                </a:effectLst>
                <a:latin typeface="Microsoft YaHei UI"/>
                <a:ea typeface="Microsoft YaHei UI"/>
              </a:rPr>
              <a:t>年</a:t>
            </a:r>
            <a:r>
              <a:rPr lang="en-US" altLang="zh-CN" sz="2400" b="1" dirty="0">
                <a:effectLst>
                  <a:outerShdw blurRad="38100" dist="38100" dir="2700000" algn="tl">
                    <a:srgbClr val="C0C0C0"/>
                  </a:outerShdw>
                </a:effectLst>
                <a:latin typeface="Microsoft YaHei UI"/>
                <a:ea typeface="Microsoft YaHei UI"/>
              </a:rPr>
              <a:t>5</a:t>
            </a:r>
            <a:r>
              <a:rPr altLang="en-US" sz="2400" b="1" dirty="0">
                <a:effectLst>
                  <a:outerShdw blurRad="38100" dist="38100" dir="2700000" algn="tl">
                    <a:srgbClr val="C0C0C0"/>
                  </a:outerShdw>
                </a:effectLst>
                <a:latin typeface="Microsoft YaHei UI"/>
                <a:ea typeface="Microsoft YaHei UI"/>
              </a:rPr>
              <a:t>月</a:t>
            </a:r>
            <a:r>
              <a:rPr lang="en-US" altLang="zh-CN" sz="2400" b="1" dirty="0">
                <a:effectLst>
                  <a:outerShdw blurRad="38100" dist="38100" dir="2700000" algn="tl">
                    <a:srgbClr val="C0C0C0"/>
                  </a:outerShdw>
                </a:effectLst>
                <a:latin typeface="Microsoft YaHei UI"/>
                <a:ea typeface="Microsoft YaHei UI"/>
              </a:rPr>
              <a:t>20</a:t>
            </a:r>
            <a:r>
              <a:rPr altLang="en-US" sz="2400" b="1" dirty="0">
                <a:effectLst>
                  <a:outerShdw blurRad="38100" dist="38100" dir="2700000" algn="tl">
                    <a:srgbClr val="C0C0C0"/>
                  </a:outerShdw>
                </a:effectLst>
                <a:latin typeface="Microsoft YaHei UI"/>
                <a:ea typeface="Microsoft YaHei UI"/>
              </a:rPr>
              <a:t>日修正的</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中华人民共和国计算机信息网络国际联网管理暂行规定</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2000</a:t>
            </a:r>
            <a:r>
              <a:rPr altLang="en-US" sz="2400" b="1" dirty="0">
                <a:effectLst>
                  <a:outerShdw blurRad="38100" dist="38100" dir="2700000" algn="tl">
                    <a:srgbClr val="C0C0C0"/>
                  </a:outerShdw>
                </a:effectLst>
                <a:latin typeface="Microsoft YaHei UI"/>
                <a:ea typeface="Microsoft YaHei UI"/>
              </a:rPr>
              <a:t>年发布的</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互联网信息服务管理办法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中文域名注册管理办法（试行）</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教育网站和网校暂行管理办法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计算机病毒防治管理办法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关于音像制品网上经营活动有关问题的通知</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计算机信息系统国际联网保密管理规定</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和</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全国人大常委会关于维护互联网安全的决定</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等，这些管理规定的制订标志着我国网络法规的起步。</a:t>
            </a:r>
          </a:p>
        </p:txBody>
      </p:sp>
    </p:spTree>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15.2.2  </a:t>
            </a:r>
            <a:r>
              <a:rPr altLang="en-US" sz="3200" b="1">
                <a:solidFill>
                  <a:schemeClr val="bg1"/>
                </a:solidFill>
                <a:effectLst>
                  <a:outerShdw blurRad="38100" dist="38100" dir="2700000" algn="tl">
                    <a:srgbClr val="C0C0C0"/>
                  </a:outerShdw>
                </a:effectLst>
                <a:latin typeface="Microsoft YaHei UI"/>
                <a:ea typeface="Microsoft YaHei UI"/>
              </a:rPr>
              <a:t>知识产权保护</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所谓“知识产权”，是指人们可以就其智力创造的成果依法享有的专有权利。按照</a:t>
            </a:r>
            <a:r>
              <a:rPr lang="en-US" altLang="zh-CN" sz="2400" b="1" dirty="0">
                <a:effectLst>
                  <a:outerShdw blurRad="38100" dist="38100" dir="2700000" algn="tl">
                    <a:srgbClr val="C0C0C0"/>
                  </a:outerShdw>
                </a:effectLst>
                <a:latin typeface="Microsoft YaHei UI"/>
                <a:ea typeface="Microsoft YaHei UI"/>
              </a:rPr>
              <a:t>1967</a:t>
            </a:r>
            <a:r>
              <a:rPr altLang="en-US" sz="2400" b="1" dirty="0">
                <a:effectLst>
                  <a:outerShdw blurRad="38100" dist="38100" dir="2700000" algn="tl">
                    <a:srgbClr val="C0C0C0"/>
                  </a:outerShdw>
                </a:effectLst>
                <a:latin typeface="Microsoft YaHei UI"/>
                <a:ea typeface="Microsoft YaHei UI"/>
              </a:rPr>
              <a:t>年</a:t>
            </a:r>
            <a:r>
              <a:rPr lang="en-US" altLang="zh-CN" sz="2400" b="1" dirty="0">
                <a:effectLst>
                  <a:outerShdw blurRad="38100" dist="38100" dir="2700000" algn="tl">
                    <a:srgbClr val="C0C0C0"/>
                  </a:outerShdw>
                </a:effectLst>
                <a:latin typeface="Microsoft YaHei UI"/>
                <a:ea typeface="Microsoft YaHei UI"/>
              </a:rPr>
              <a:t>7</a:t>
            </a:r>
            <a:r>
              <a:rPr altLang="en-US" sz="2400" b="1" dirty="0">
                <a:effectLst>
                  <a:outerShdw blurRad="38100" dist="38100" dir="2700000" algn="tl">
                    <a:srgbClr val="C0C0C0"/>
                  </a:outerShdw>
                </a:effectLst>
                <a:latin typeface="Microsoft YaHei UI"/>
                <a:ea typeface="Microsoft YaHei UI"/>
              </a:rPr>
              <a:t>月</a:t>
            </a:r>
            <a:r>
              <a:rPr lang="en-US" altLang="zh-CN" sz="2400" b="1" dirty="0">
                <a:effectLst>
                  <a:outerShdw blurRad="38100" dist="38100" dir="2700000" algn="tl">
                    <a:srgbClr val="C0C0C0"/>
                  </a:outerShdw>
                </a:effectLst>
                <a:latin typeface="Microsoft YaHei UI"/>
                <a:ea typeface="Microsoft YaHei UI"/>
              </a:rPr>
              <a:t>14</a:t>
            </a:r>
            <a:r>
              <a:rPr altLang="en-US" sz="2400" b="1" dirty="0">
                <a:effectLst>
                  <a:outerShdw blurRad="38100" dist="38100" dir="2700000" algn="tl">
                    <a:srgbClr val="C0C0C0"/>
                  </a:outerShdw>
                </a:effectLst>
                <a:latin typeface="Microsoft YaHei UI"/>
                <a:ea typeface="Microsoft YaHei UI"/>
              </a:rPr>
              <a:t>日在斯德哥尔摩签订的</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关于成立世界知识产权组织公约</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第二条的规定，知识产权应当包括以下权利：</a:t>
            </a:r>
          </a:p>
          <a:p>
            <a:pPr marL="742950" lvl="1" indent="-28575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1</a:t>
            </a:r>
            <a:r>
              <a:rPr altLang="en-US" sz="2000" b="1" dirty="0">
                <a:effectLst>
                  <a:outerShdw blurRad="38100" dist="38100" dir="2700000" algn="tl">
                    <a:srgbClr val="C0C0C0"/>
                  </a:outerShdw>
                </a:effectLst>
                <a:latin typeface="Microsoft YaHei UI"/>
                <a:ea typeface="Microsoft YaHei UI"/>
              </a:rPr>
              <a:t>）关于文学、艺术和科学作品的权利；</a:t>
            </a:r>
          </a:p>
          <a:p>
            <a:pPr marL="742950" lvl="1" indent="-28575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2</a:t>
            </a:r>
            <a:r>
              <a:rPr altLang="en-US" sz="2000" b="1" dirty="0">
                <a:effectLst>
                  <a:outerShdw blurRad="38100" dist="38100" dir="2700000" algn="tl">
                    <a:srgbClr val="C0C0C0"/>
                  </a:outerShdw>
                </a:effectLst>
                <a:latin typeface="Microsoft YaHei UI"/>
                <a:ea typeface="Microsoft YaHei UI"/>
              </a:rPr>
              <a:t>）关于表演艺术家的演出、录音和广播的权利；</a:t>
            </a:r>
          </a:p>
          <a:p>
            <a:pPr marL="742950" lvl="1" indent="-28575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3</a:t>
            </a:r>
            <a:r>
              <a:rPr altLang="en-US" sz="2000" b="1" dirty="0">
                <a:effectLst>
                  <a:outerShdw blurRad="38100" dist="38100" dir="2700000" algn="tl">
                    <a:srgbClr val="C0C0C0"/>
                  </a:outerShdw>
                </a:effectLst>
                <a:latin typeface="Microsoft YaHei UI"/>
                <a:ea typeface="Microsoft YaHei UI"/>
              </a:rPr>
              <a:t>）关于人们努力在一切领域的发明的权利；</a:t>
            </a:r>
          </a:p>
          <a:p>
            <a:pPr marL="742950" lvl="1" indent="-28575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4</a:t>
            </a:r>
            <a:r>
              <a:rPr altLang="en-US" sz="2000" b="1" dirty="0">
                <a:effectLst>
                  <a:outerShdw blurRad="38100" dist="38100" dir="2700000" algn="tl">
                    <a:srgbClr val="C0C0C0"/>
                  </a:outerShdw>
                </a:effectLst>
                <a:latin typeface="Microsoft YaHei UI"/>
                <a:ea typeface="Microsoft YaHei UI"/>
              </a:rPr>
              <a:t>）关于科学发现的权利；</a:t>
            </a:r>
            <a:endParaRPr altLang="en-US" sz="2400" b="1" dirty="0">
              <a:effectLst>
                <a:outerShdw blurRad="38100" dist="38100" dir="2700000" algn="tl">
                  <a:srgbClr val="C0C0C0"/>
                </a:outerShdw>
              </a:effectLst>
              <a:latin typeface="Microsoft YaHei UI"/>
              <a:ea typeface="Microsoft YaHei UI"/>
            </a:endParaRPr>
          </a:p>
        </p:txBody>
      </p:sp>
    </p:spTree>
    <p:extLst>
      <p:ext uri="{BB962C8B-B14F-4D97-AF65-F5344CB8AC3E}">
        <p14:creationId xmlns:p14="http://schemas.microsoft.com/office/powerpoint/2010/main" val="439546400"/>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15.2.2  </a:t>
            </a:r>
            <a:r>
              <a:rPr altLang="en-US" sz="3200" b="1">
                <a:solidFill>
                  <a:schemeClr val="bg1"/>
                </a:solidFill>
                <a:effectLst>
                  <a:outerShdw blurRad="38100" dist="38100" dir="2700000" algn="tl">
                    <a:srgbClr val="C0C0C0"/>
                  </a:outerShdw>
                </a:effectLst>
                <a:latin typeface="Microsoft YaHei UI"/>
                <a:ea typeface="Microsoft YaHei UI"/>
              </a:rPr>
              <a:t>知识产权保护</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742950" lvl="1" indent="-28575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5</a:t>
            </a:r>
            <a:r>
              <a:rPr altLang="en-US" sz="2000" b="1" dirty="0">
                <a:effectLst>
                  <a:outerShdw blurRad="38100" dist="38100" dir="2700000" algn="tl">
                    <a:srgbClr val="C0C0C0"/>
                  </a:outerShdw>
                </a:effectLst>
                <a:latin typeface="Microsoft YaHei UI"/>
                <a:ea typeface="Microsoft YaHei UI"/>
              </a:rPr>
              <a:t>）关于工业品式样的权利；</a:t>
            </a:r>
          </a:p>
          <a:p>
            <a:pPr marL="742950" lvl="1" indent="-28575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6</a:t>
            </a:r>
            <a:r>
              <a:rPr altLang="en-US" sz="2000" b="1" dirty="0">
                <a:effectLst>
                  <a:outerShdw blurRad="38100" dist="38100" dir="2700000" algn="tl">
                    <a:srgbClr val="C0C0C0"/>
                  </a:outerShdw>
                </a:effectLst>
                <a:latin typeface="Microsoft YaHei UI"/>
                <a:ea typeface="Microsoft YaHei UI"/>
              </a:rPr>
              <a:t>）关于商标、服务商标、厂商名称和标记的权利；</a:t>
            </a:r>
          </a:p>
          <a:p>
            <a:pPr marL="742950" lvl="1" indent="-28575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7</a:t>
            </a:r>
            <a:r>
              <a:rPr altLang="en-US" sz="2000" b="1" dirty="0">
                <a:effectLst>
                  <a:outerShdw blurRad="38100" dist="38100" dir="2700000" algn="tl">
                    <a:srgbClr val="C0C0C0"/>
                  </a:outerShdw>
                </a:effectLst>
                <a:latin typeface="Microsoft YaHei UI"/>
                <a:ea typeface="Microsoft YaHei UI"/>
              </a:rPr>
              <a:t>）关于制止不正当竞争的权利；</a:t>
            </a:r>
          </a:p>
          <a:p>
            <a:pPr marL="742950" lvl="1" indent="-28575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8</a:t>
            </a:r>
            <a:r>
              <a:rPr altLang="en-US" sz="2000" b="1" dirty="0">
                <a:effectLst>
                  <a:outerShdw blurRad="38100" dist="38100" dir="2700000" algn="tl">
                    <a:srgbClr val="C0C0C0"/>
                  </a:outerShdw>
                </a:effectLst>
                <a:latin typeface="Microsoft YaHei UI"/>
                <a:ea typeface="Microsoft YaHei UI"/>
              </a:rPr>
              <a:t>）在工业、科学、文学或艺术领域里一切其他来自知识活动的权利。</a:t>
            </a:r>
            <a:endParaRPr altLang="en-US" sz="2400" b="1" dirty="0">
              <a:effectLst>
                <a:outerShdw blurRad="38100" dist="38100" dir="2700000" algn="tl">
                  <a:srgbClr val="C0C0C0"/>
                </a:outerShdw>
              </a:effectLst>
              <a:latin typeface="Microsoft YaHei UI"/>
              <a:ea typeface="Microsoft YaHei UI"/>
            </a:endParaRPr>
          </a:p>
        </p:txBody>
      </p:sp>
    </p:spTree>
    <p:extLst>
      <p:ext uri="{BB962C8B-B14F-4D97-AF65-F5344CB8AC3E}">
        <p14:creationId xmlns:p14="http://schemas.microsoft.com/office/powerpoint/2010/main" val="4079533023"/>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15.2.2  </a:t>
            </a:r>
            <a:r>
              <a:rPr altLang="en-US" sz="3200" b="1">
                <a:solidFill>
                  <a:schemeClr val="bg1"/>
                </a:solidFill>
                <a:effectLst>
                  <a:outerShdw blurRad="38100" dist="38100" dir="2700000" algn="tl">
                    <a:srgbClr val="C0C0C0"/>
                  </a:outerShdw>
                </a:effectLst>
                <a:latin typeface="Microsoft YaHei UI"/>
                <a:ea typeface="Microsoft YaHei UI"/>
              </a:rPr>
              <a:t>知识产权保护</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世界各国大都有自己的知识产权保护法律体系。在美国，与出版商和多媒体开发商关系密切的法律主要有四部：</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版权法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专利法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商标法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和</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商业秘密法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。版权在我国称为著作权。</a:t>
            </a:r>
          </a:p>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信息时代的知识产权问题要复杂得多，法律条文之外的讨论、争议和争论为知识产权问题增加了丰富的内容，同时这些讨论、争议和争论的存在又是完善现有知识产权保护法律体系的必要前提。</a:t>
            </a:r>
          </a:p>
        </p:txBody>
      </p:sp>
    </p:spTree>
    <p:extLst>
      <p:ext uri="{BB962C8B-B14F-4D97-AF65-F5344CB8AC3E}">
        <p14:creationId xmlns:p14="http://schemas.microsoft.com/office/powerpoint/2010/main" val="604040040"/>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15.2.2  </a:t>
            </a:r>
            <a:r>
              <a:rPr altLang="en-US" sz="3200" b="1">
                <a:solidFill>
                  <a:schemeClr val="bg1"/>
                </a:solidFill>
                <a:effectLst>
                  <a:outerShdw blurRad="38100" dist="38100" dir="2700000" algn="tl">
                    <a:srgbClr val="C0C0C0"/>
                  </a:outerShdw>
                </a:effectLst>
                <a:latin typeface="Microsoft YaHei UI"/>
                <a:ea typeface="Microsoft YaHei UI"/>
              </a:rPr>
              <a:t>知识产权保护</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Bef>
                <a:spcPts val="600"/>
              </a:spcBef>
              <a:spcAft>
                <a:spcPts val="0"/>
              </a:spcAft>
              <a:buFont typeface="Arial" charset="0"/>
              <a:buNone/>
            </a:pPr>
            <a:r>
              <a:rPr altLang="en-US" sz="2400" b="1" dirty="0">
                <a:effectLst>
                  <a:outerShdw blurRad="38100" dist="38100" dir="2700000" algn="tl">
                    <a:srgbClr val="C0C0C0"/>
                  </a:outerShdw>
                </a:effectLst>
                <a:latin typeface="Microsoft YaHei UI"/>
                <a:ea typeface="Microsoft YaHei UI"/>
              </a:rPr>
              <a:t>目前，在我国软件只能申请发明专利，且申请条件较严。因此，一般软件通常用著作权法来保护。软件开发者依照</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中华人民共和国著作权法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和</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计算机软件保护条例</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对其设计的软件享有著作权。著作权包括如下人身权和财产权。</a:t>
            </a:r>
          </a:p>
          <a:p>
            <a:pPr marL="457200" lvl="1" indent="0">
              <a:lnSpc>
                <a:spcPct val="150000"/>
              </a:lnSpc>
              <a:spcBef>
                <a:spcPts val="600"/>
              </a:spcBef>
              <a:spcAft>
                <a:spcPts val="0"/>
              </a:spcAft>
              <a:buFont typeface="Arial" charset="0"/>
              <a:buNone/>
            </a:pPr>
            <a:r>
              <a:rPr lang="en-US" altLang="zh-CN" sz="2000" b="1" dirty="0">
                <a:effectLst>
                  <a:outerShdw blurRad="38100" dist="38100" dir="2700000" algn="tl">
                    <a:srgbClr val="C0C0C0"/>
                  </a:outerShdw>
                </a:effectLst>
                <a:latin typeface="Microsoft YaHei UI"/>
                <a:ea typeface="Microsoft YaHei UI"/>
              </a:rPr>
              <a:t>1</a:t>
            </a:r>
            <a:r>
              <a:rPr altLang="en-US" sz="2000" b="1" dirty="0">
                <a:effectLst>
                  <a:outerShdw blurRad="38100" dist="38100" dir="2700000" algn="tl">
                    <a:srgbClr val="C0C0C0"/>
                  </a:outerShdw>
                </a:effectLst>
                <a:latin typeface="Microsoft YaHei UI"/>
                <a:ea typeface="Microsoft YaHei UI"/>
              </a:rPr>
              <a:t>）发表权，即决定作品是否公之于众的权利；</a:t>
            </a:r>
          </a:p>
          <a:p>
            <a:pPr marL="457200" lvl="1" indent="0">
              <a:lnSpc>
                <a:spcPct val="150000"/>
              </a:lnSpc>
              <a:spcBef>
                <a:spcPts val="600"/>
              </a:spcBef>
              <a:spcAft>
                <a:spcPts val="0"/>
              </a:spcAft>
              <a:buFont typeface="Arial" charset="0"/>
              <a:buNone/>
            </a:pPr>
            <a:r>
              <a:rPr lang="en-US" altLang="zh-CN" sz="2000" b="1" dirty="0">
                <a:effectLst>
                  <a:outerShdw blurRad="38100" dist="38100" dir="2700000" algn="tl">
                    <a:srgbClr val="C0C0C0"/>
                  </a:outerShdw>
                </a:effectLst>
                <a:latin typeface="Microsoft YaHei UI"/>
                <a:ea typeface="Microsoft YaHei UI"/>
              </a:rPr>
              <a:t>2</a:t>
            </a:r>
            <a:r>
              <a:rPr altLang="en-US" sz="2000" b="1" dirty="0">
                <a:effectLst>
                  <a:outerShdw blurRad="38100" dist="38100" dir="2700000" algn="tl">
                    <a:srgbClr val="C0C0C0"/>
                  </a:outerShdw>
                </a:effectLst>
                <a:latin typeface="Microsoft YaHei UI"/>
                <a:ea typeface="Microsoft YaHei UI"/>
              </a:rPr>
              <a:t>）署名权，即表明作者身份，在作品上署名的权利；</a:t>
            </a:r>
          </a:p>
          <a:p>
            <a:pPr marL="457200" lvl="1" indent="0">
              <a:lnSpc>
                <a:spcPct val="150000"/>
              </a:lnSpc>
              <a:spcBef>
                <a:spcPts val="600"/>
              </a:spcBef>
              <a:spcAft>
                <a:spcPts val="0"/>
              </a:spcAft>
              <a:buFont typeface="Arial" charset="0"/>
              <a:buNone/>
            </a:pPr>
            <a:r>
              <a:rPr lang="en-US" altLang="zh-CN" sz="2000" b="1" dirty="0">
                <a:effectLst>
                  <a:outerShdw blurRad="38100" dist="38100" dir="2700000" algn="tl">
                    <a:srgbClr val="C0C0C0"/>
                  </a:outerShdw>
                </a:effectLst>
                <a:latin typeface="Microsoft YaHei UI"/>
                <a:ea typeface="Microsoft YaHei UI"/>
              </a:rPr>
              <a:t>3</a:t>
            </a:r>
            <a:r>
              <a:rPr altLang="en-US" sz="2000" b="1" dirty="0">
                <a:effectLst>
                  <a:outerShdw blurRad="38100" dist="38100" dir="2700000" algn="tl">
                    <a:srgbClr val="C0C0C0"/>
                  </a:outerShdw>
                </a:effectLst>
                <a:latin typeface="Microsoft YaHei UI"/>
                <a:ea typeface="Microsoft YaHei UI"/>
              </a:rPr>
              <a:t>）修改权，即修改或者授权他人修改作品的权利；</a:t>
            </a:r>
          </a:p>
          <a:p>
            <a:pPr marL="457200" lvl="1" indent="0">
              <a:lnSpc>
                <a:spcPct val="150000"/>
              </a:lnSpc>
              <a:spcBef>
                <a:spcPts val="600"/>
              </a:spcBef>
              <a:spcAft>
                <a:spcPts val="0"/>
              </a:spcAft>
              <a:buFont typeface="Arial" charset="0"/>
              <a:buNone/>
            </a:pPr>
            <a:r>
              <a:rPr lang="en-US" altLang="zh-CN" sz="2000" b="1" dirty="0">
                <a:effectLst>
                  <a:outerShdw blurRad="38100" dist="38100" dir="2700000" algn="tl">
                    <a:srgbClr val="C0C0C0"/>
                  </a:outerShdw>
                </a:effectLst>
                <a:latin typeface="Microsoft YaHei UI"/>
                <a:ea typeface="Microsoft YaHei UI"/>
              </a:rPr>
              <a:t>4</a:t>
            </a:r>
            <a:r>
              <a:rPr altLang="en-US" sz="2000" b="1" dirty="0">
                <a:effectLst>
                  <a:outerShdw blurRad="38100" dist="38100" dir="2700000" algn="tl">
                    <a:srgbClr val="C0C0C0"/>
                  </a:outerShdw>
                </a:effectLst>
                <a:latin typeface="Microsoft YaHei UI"/>
                <a:ea typeface="Microsoft YaHei UI"/>
              </a:rPr>
              <a:t>）保护作品完整权，即保护作品不受歪曲、篡改的权利；</a:t>
            </a:r>
          </a:p>
          <a:p>
            <a:pPr marL="457200" lvl="1" indent="0">
              <a:lnSpc>
                <a:spcPct val="150000"/>
              </a:lnSpc>
              <a:spcBef>
                <a:spcPts val="600"/>
              </a:spcBef>
              <a:spcAft>
                <a:spcPts val="0"/>
              </a:spcAft>
              <a:buFont typeface="Arial" charset="0"/>
              <a:buNone/>
            </a:pPr>
            <a:r>
              <a:rPr lang="en-US" altLang="zh-CN" sz="2000" b="1" dirty="0">
                <a:effectLst>
                  <a:outerShdw blurRad="38100" dist="38100" dir="2700000" algn="tl">
                    <a:srgbClr val="C0C0C0"/>
                  </a:outerShdw>
                </a:effectLst>
                <a:latin typeface="Microsoft YaHei UI"/>
                <a:ea typeface="Microsoft YaHei UI"/>
              </a:rPr>
              <a:t>5</a:t>
            </a:r>
            <a:r>
              <a:rPr altLang="en-US" sz="2000" b="1" dirty="0">
                <a:effectLst>
                  <a:outerShdw blurRad="38100" dist="38100" dir="2700000" algn="tl">
                    <a:srgbClr val="C0C0C0"/>
                  </a:outerShdw>
                </a:effectLst>
                <a:latin typeface="Microsoft YaHei UI"/>
                <a:ea typeface="Microsoft YaHei UI"/>
              </a:rPr>
              <a:t>）使用权和获得报酬权。</a:t>
            </a:r>
            <a:endParaRPr altLang="en-US" sz="2400" b="1" dirty="0">
              <a:effectLst>
                <a:outerShdw blurRad="38100" dist="38100" dir="2700000" algn="tl">
                  <a:srgbClr val="C0C0C0"/>
                </a:outerShdw>
              </a:effectLst>
              <a:latin typeface="Microsoft YaHei UI"/>
              <a:ea typeface="Microsoft YaHei UI"/>
            </a:endParaRPr>
          </a:p>
        </p:txBody>
      </p:sp>
    </p:spTree>
    <p:extLst>
      <p:ext uri="{BB962C8B-B14F-4D97-AF65-F5344CB8AC3E}">
        <p14:creationId xmlns:p14="http://schemas.microsoft.com/office/powerpoint/2010/main" val="1361393370"/>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15.2.2  </a:t>
            </a:r>
            <a:r>
              <a:rPr altLang="en-US" sz="3200" b="1">
                <a:solidFill>
                  <a:schemeClr val="bg1"/>
                </a:solidFill>
                <a:effectLst>
                  <a:outerShdw blurRad="38100" dist="38100" dir="2700000" algn="tl">
                    <a:srgbClr val="C0C0C0"/>
                  </a:outerShdw>
                </a:effectLst>
                <a:latin typeface="Microsoft YaHei UI"/>
                <a:ea typeface="Microsoft YaHei UI"/>
              </a:rPr>
              <a:t>知识产权保护</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加入</a:t>
            </a:r>
            <a:r>
              <a:rPr lang="en-US" altLang="zh-CN" sz="2400" b="1" dirty="0">
                <a:effectLst>
                  <a:outerShdw blurRad="38100" dist="38100" dir="2700000" algn="tl">
                    <a:srgbClr val="C0C0C0"/>
                  </a:outerShdw>
                </a:effectLst>
                <a:latin typeface="Microsoft YaHei UI"/>
                <a:ea typeface="Microsoft YaHei UI"/>
              </a:rPr>
              <a:t>WTO</a:t>
            </a:r>
            <a:r>
              <a:rPr altLang="en-US" sz="2400" b="1" dirty="0">
                <a:effectLst>
                  <a:outerShdw blurRad="38100" dist="38100" dir="2700000" algn="tl">
                    <a:srgbClr val="C0C0C0"/>
                  </a:outerShdw>
                </a:effectLst>
                <a:latin typeface="Microsoft YaHei UI"/>
                <a:ea typeface="Microsoft YaHei UI"/>
              </a:rPr>
              <a:t>之后，我国对知识产权的保护越来越重视。但软件的知识产权保护问题较为复杂，它和传统出版物的版权保护既相似又有不同。随着国际贸易和国际商业往来的日益发展，知识产权保护已经成为一个全球性的问题。各国除了制订自己国家的知识产权法律之外，还建立了世界范围内的知识产权保护组织，并逐步建立和完善了有关国际知识产权保护的公约和协议。</a:t>
            </a:r>
            <a:r>
              <a:rPr lang="en-US" altLang="zh-CN" sz="2400" b="1" dirty="0">
                <a:effectLst>
                  <a:outerShdw blurRad="38100" dist="38100" dir="2700000" algn="tl">
                    <a:srgbClr val="C0C0C0"/>
                  </a:outerShdw>
                </a:effectLst>
                <a:latin typeface="Microsoft YaHei UI"/>
                <a:ea typeface="Microsoft YaHei UI"/>
              </a:rPr>
              <a:t>1990</a:t>
            </a:r>
            <a:r>
              <a:rPr altLang="en-US" sz="2400" b="1" dirty="0">
                <a:effectLst>
                  <a:outerShdw blurRad="38100" dist="38100" dir="2700000" algn="tl">
                    <a:srgbClr val="C0C0C0"/>
                  </a:outerShdw>
                </a:effectLst>
                <a:latin typeface="Microsoft YaHei UI"/>
                <a:ea typeface="Microsoft YaHei UI"/>
              </a:rPr>
              <a:t>年</a:t>
            </a:r>
            <a:r>
              <a:rPr lang="en-US" altLang="zh-CN" sz="2400" b="1" dirty="0">
                <a:effectLst>
                  <a:outerShdw blurRad="38100" dist="38100" dir="2700000" algn="tl">
                    <a:srgbClr val="C0C0C0"/>
                  </a:outerShdw>
                </a:effectLst>
                <a:latin typeface="Microsoft YaHei UI"/>
                <a:ea typeface="Microsoft YaHei UI"/>
              </a:rPr>
              <a:t>11</a:t>
            </a:r>
            <a:r>
              <a:rPr altLang="en-US" sz="2400" b="1" dirty="0">
                <a:effectLst>
                  <a:outerShdw blurRad="38100" dist="38100" dir="2700000" algn="tl">
                    <a:srgbClr val="C0C0C0"/>
                  </a:outerShdw>
                </a:effectLst>
                <a:latin typeface="Microsoft YaHei UI"/>
                <a:ea typeface="Microsoft YaHei UI"/>
              </a:rPr>
              <a:t>月，在关税与贸易总协定（乌拉圭回合）多边贸易谈判中，达成了</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与贸易有关的知识产权协议</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草案，它标志着保护知识产权的新的国际标准的形成。</a:t>
            </a:r>
          </a:p>
        </p:txBody>
      </p:sp>
    </p:spTree>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15.2.3  </a:t>
            </a:r>
            <a:r>
              <a:rPr altLang="en-US" sz="3200" b="1">
                <a:solidFill>
                  <a:schemeClr val="bg1"/>
                </a:solidFill>
                <a:effectLst>
                  <a:outerShdw blurRad="38100" dist="38100" dir="2700000" algn="tl">
                    <a:srgbClr val="C0C0C0"/>
                  </a:outerShdw>
                </a:effectLst>
                <a:latin typeface="Microsoft YaHei UI"/>
                <a:ea typeface="Microsoft YaHei UI"/>
              </a:rPr>
              <a:t>隐私保护</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隐私，又称私人生活秘密或私生活秘密。隐私权，即公民享有的个人生活不被干扰的权利和个人资料的支配控制权。具体到计算机网络与电子商务中的隐私权，可从权利形态来分：隐私不被窥视的权利、不被侵入的权利、不被干扰的权利、不被非法收集利用的权利；也可从权利内容上分：个人特质的隐私权（姓名、身份、肖像，声音等）、个人资料的隐私权、个人行为的隐私权、通信内容的隐私权和匿名的隐私权等。</a:t>
            </a:r>
          </a:p>
        </p:txBody>
      </p:sp>
    </p:spTree>
    <p:extLst>
      <p:ext uri="{BB962C8B-B14F-4D97-AF65-F5344CB8AC3E}">
        <p14:creationId xmlns:p14="http://schemas.microsoft.com/office/powerpoint/2010/main" val="2905450274"/>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15.2.3  </a:t>
            </a:r>
            <a:r>
              <a:rPr altLang="en-US" sz="3200" b="1">
                <a:solidFill>
                  <a:schemeClr val="bg1"/>
                </a:solidFill>
                <a:effectLst>
                  <a:outerShdw blurRad="38100" dist="38100" dir="2700000" algn="tl">
                    <a:srgbClr val="C0C0C0"/>
                  </a:outerShdw>
                </a:effectLst>
                <a:latin typeface="Microsoft YaHei UI"/>
                <a:ea typeface="Microsoft YaHei UI"/>
              </a:rPr>
              <a:t>隐私保护</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在西方，人们对权利十分敏感，不尊重甚至侵犯他人的权利被认为是最可耻的。随着我国改革开放和经济的飞速发展，人们也开始逐渐对个人隐私有了保护意识。人们希望属于自己生活秘密的信息由自己来控制，从而避免对自己不利或自己不愿意公布于众的信息被其他个人、组织获取、传播或利用。因此，尊重他人隐私是尊重他人的一个重要方面，隐私保护实际上体现了对个人的尊重。</a:t>
            </a:r>
          </a:p>
        </p:txBody>
      </p:sp>
    </p:spTree>
    <p:extLst>
      <p:ext uri="{BB962C8B-B14F-4D97-AF65-F5344CB8AC3E}">
        <p14:creationId xmlns:p14="http://schemas.microsoft.com/office/powerpoint/2010/main" val="3528590527"/>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15.2.3  </a:t>
            </a:r>
            <a:r>
              <a:rPr altLang="en-US" sz="3200" b="1">
                <a:solidFill>
                  <a:schemeClr val="bg1"/>
                </a:solidFill>
                <a:effectLst>
                  <a:outerShdw blurRad="38100" dist="38100" dir="2700000" algn="tl">
                    <a:srgbClr val="C0C0C0"/>
                  </a:outerShdw>
                </a:effectLst>
                <a:latin typeface="Microsoft YaHei UI"/>
                <a:ea typeface="Microsoft YaHei UI"/>
              </a:rPr>
              <a:t>隐私保护</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在保护隐私安全方面，目前世界上可供利用和借鉴的政策法规有：</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世界知识产权组织版权条约</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1996</a:t>
            </a:r>
            <a:r>
              <a:rPr altLang="en-US" sz="2400" b="1" dirty="0">
                <a:effectLst>
                  <a:outerShdw blurRad="38100" dist="38100" dir="2700000" algn="tl">
                    <a:srgbClr val="C0C0C0"/>
                  </a:outerShdw>
                </a:effectLst>
                <a:latin typeface="Microsoft YaHei UI"/>
                <a:ea typeface="Microsoft YaHei UI"/>
              </a:rPr>
              <a:t>年）、美国</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知识产权与国家信息基础设施白皮书</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1995</a:t>
            </a:r>
            <a:r>
              <a:rPr altLang="en-US" sz="2400" b="1" dirty="0">
                <a:effectLst>
                  <a:outerShdw blurRad="38100" dist="38100" dir="2700000" algn="tl">
                    <a:srgbClr val="C0C0C0"/>
                  </a:outerShdw>
                </a:effectLst>
                <a:latin typeface="Microsoft YaHei UI"/>
                <a:ea typeface="Microsoft YaHei UI"/>
              </a:rPr>
              <a:t>年）、美国</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个人隐私权和国家信息基础设施白皮书</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1995</a:t>
            </a:r>
            <a:r>
              <a:rPr altLang="en-US" sz="2400" b="1" dirty="0">
                <a:effectLst>
                  <a:outerShdw blurRad="38100" dist="38100" dir="2700000" algn="tl">
                    <a:srgbClr val="C0C0C0"/>
                  </a:outerShdw>
                </a:effectLst>
                <a:latin typeface="Microsoft YaHei UI"/>
                <a:ea typeface="Microsoft YaHei UI"/>
              </a:rPr>
              <a:t>年）、欧盟</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欧盟隐私保护指令</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1998</a:t>
            </a:r>
            <a:r>
              <a:rPr altLang="en-US" sz="2400" b="1" dirty="0">
                <a:effectLst>
                  <a:outerShdw blurRad="38100" dist="38100" dir="2700000" algn="tl">
                    <a:srgbClr val="C0C0C0"/>
                  </a:outerShdw>
                </a:effectLst>
                <a:latin typeface="Microsoft YaHei UI"/>
                <a:ea typeface="Microsoft YaHei UI"/>
              </a:rPr>
              <a:t>年）、加拿大的</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隐私权法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1983</a:t>
            </a:r>
            <a:r>
              <a:rPr altLang="en-US" sz="2400" b="1" dirty="0">
                <a:effectLst>
                  <a:outerShdw blurRad="38100" dist="38100" dir="2700000" algn="tl">
                    <a:srgbClr val="C0C0C0"/>
                  </a:outerShdw>
                </a:effectLst>
                <a:latin typeface="Microsoft YaHei UI"/>
                <a:ea typeface="Microsoft YaHei UI"/>
              </a:rPr>
              <a:t>年）等。</a:t>
            </a:r>
          </a:p>
        </p:txBody>
      </p:sp>
    </p:spTree>
    <p:extLst>
      <p:ext uri="{BB962C8B-B14F-4D97-AF65-F5344CB8AC3E}">
        <p14:creationId xmlns:p14="http://schemas.microsoft.com/office/powerpoint/2010/main" val="1583828618"/>
      </p:ext>
    </p:ext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15.2.3  </a:t>
            </a:r>
            <a:r>
              <a:rPr altLang="en-US" sz="3200" b="1">
                <a:solidFill>
                  <a:schemeClr val="bg1"/>
                </a:solidFill>
                <a:effectLst>
                  <a:outerShdw blurRad="38100" dist="38100" dir="2700000" algn="tl">
                    <a:srgbClr val="C0C0C0"/>
                  </a:outerShdw>
                </a:effectLst>
                <a:latin typeface="Microsoft YaHei UI"/>
                <a:ea typeface="Microsoft YaHei UI"/>
              </a:rPr>
              <a:t>隐私保护</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在我国已有的法律法规中，涉及到隐私保护也有一些规定。</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宪法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第</a:t>
            </a:r>
            <a:r>
              <a:rPr lang="en-US" altLang="zh-CN" sz="2400" b="1" dirty="0">
                <a:effectLst>
                  <a:outerShdw blurRad="38100" dist="38100" dir="2700000" algn="tl">
                    <a:srgbClr val="C0C0C0"/>
                  </a:outerShdw>
                </a:effectLst>
                <a:latin typeface="Microsoft YaHei UI"/>
                <a:ea typeface="Microsoft YaHei UI"/>
              </a:rPr>
              <a:t>38</a:t>
            </a:r>
            <a:r>
              <a:rPr altLang="en-US" sz="2400" b="1" dirty="0">
                <a:effectLst>
                  <a:outerShdw blurRad="38100" dist="38100" dir="2700000" algn="tl">
                    <a:srgbClr val="C0C0C0"/>
                  </a:outerShdw>
                </a:effectLst>
                <a:latin typeface="Microsoft YaHei UI"/>
                <a:ea typeface="Microsoft YaHei UI"/>
              </a:rPr>
              <a:t>条、第</a:t>
            </a:r>
            <a:r>
              <a:rPr lang="en-US" altLang="zh-CN" sz="2400" b="1" dirty="0">
                <a:effectLst>
                  <a:outerShdw blurRad="38100" dist="38100" dir="2700000" algn="tl">
                    <a:srgbClr val="C0C0C0"/>
                  </a:outerShdw>
                </a:effectLst>
                <a:latin typeface="Microsoft YaHei UI"/>
                <a:ea typeface="Microsoft YaHei UI"/>
              </a:rPr>
              <a:t>39</a:t>
            </a:r>
            <a:r>
              <a:rPr altLang="en-US" sz="2400" b="1" dirty="0">
                <a:effectLst>
                  <a:outerShdw blurRad="38100" dist="38100" dir="2700000" algn="tl">
                    <a:srgbClr val="C0C0C0"/>
                  </a:outerShdw>
                </a:effectLst>
                <a:latin typeface="Microsoft YaHei UI"/>
                <a:ea typeface="Microsoft YaHei UI"/>
              </a:rPr>
              <a:t>条和第</a:t>
            </a:r>
            <a:r>
              <a:rPr lang="en-US" altLang="zh-CN" sz="2400" b="1" dirty="0">
                <a:effectLst>
                  <a:outerShdw blurRad="38100" dist="38100" dir="2700000" algn="tl">
                    <a:srgbClr val="C0C0C0"/>
                  </a:outerShdw>
                </a:effectLst>
                <a:latin typeface="Microsoft YaHei UI"/>
                <a:ea typeface="Microsoft YaHei UI"/>
              </a:rPr>
              <a:t>40</a:t>
            </a:r>
            <a:r>
              <a:rPr altLang="en-US" sz="2400" b="1" dirty="0">
                <a:effectLst>
                  <a:outerShdw blurRad="38100" dist="38100" dir="2700000" algn="tl">
                    <a:srgbClr val="C0C0C0"/>
                  </a:outerShdw>
                </a:effectLst>
                <a:latin typeface="Microsoft YaHei UI"/>
                <a:ea typeface="Microsoft YaHei UI"/>
              </a:rPr>
              <a:t>条分别规定：中华人民共和国公民的人格尊严不受侵犯。禁止用任何方式对公民进行非法侮辱、诽谤和诬告陷害，中华人民共和国的公民住宅不受侵犯。禁止非法搜查或者非法侵入公民的住宅，中华人民共和国的通信自由和通信秘密受法律的保护，除因国家安全或者追究刑事犯罪的需要，公安机关或者检察机关依照法律规定的程序对通信进行检查外，任何组织或者个人不得以任何理由侵犯公民的通信自由和通信秘密。</a:t>
            </a:r>
          </a:p>
        </p:txBody>
      </p:sp>
    </p:spTree>
    <p:extLst>
      <p:ext uri="{BB962C8B-B14F-4D97-AF65-F5344CB8AC3E}">
        <p14:creationId xmlns:p14="http://schemas.microsoft.com/office/powerpoint/2010/main" val="1650031765"/>
      </p:ext>
    </p:ext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15.2.3  </a:t>
            </a:r>
            <a:r>
              <a:rPr altLang="en-US" sz="3200" b="1">
                <a:solidFill>
                  <a:schemeClr val="bg1"/>
                </a:solidFill>
                <a:effectLst>
                  <a:outerShdw blurRad="38100" dist="38100" dir="2700000" algn="tl">
                    <a:srgbClr val="C0C0C0"/>
                  </a:outerShdw>
                </a:effectLst>
                <a:latin typeface="Microsoft YaHei UI"/>
                <a:ea typeface="Microsoft YaHei UI"/>
              </a:rPr>
              <a:t>隐私保护</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民法通则</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第</a:t>
            </a:r>
            <a:r>
              <a:rPr lang="en-US" altLang="zh-CN" sz="2400" b="1" dirty="0">
                <a:effectLst>
                  <a:outerShdw blurRad="38100" dist="38100" dir="2700000" algn="tl">
                    <a:srgbClr val="C0C0C0"/>
                  </a:outerShdw>
                </a:effectLst>
                <a:latin typeface="Microsoft YaHei UI"/>
                <a:ea typeface="Microsoft YaHei UI"/>
              </a:rPr>
              <a:t>100</a:t>
            </a:r>
            <a:r>
              <a:rPr altLang="en-US" sz="2400" b="1" dirty="0">
                <a:effectLst>
                  <a:outerShdw blurRad="38100" dist="38100" dir="2700000" algn="tl">
                    <a:srgbClr val="C0C0C0"/>
                  </a:outerShdw>
                </a:effectLst>
                <a:latin typeface="Microsoft YaHei UI"/>
                <a:ea typeface="Microsoft YaHei UI"/>
              </a:rPr>
              <a:t>条和第</a:t>
            </a:r>
            <a:r>
              <a:rPr lang="en-US" altLang="zh-CN" sz="2400" b="1" dirty="0">
                <a:effectLst>
                  <a:outerShdw blurRad="38100" dist="38100" dir="2700000" algn="tl">
                    <a:srgbClr val="C0C0C0"/>
                  </a:outerShdw>
                </a:effectLst>
                <a:latin typeface="Microsoft YaHei UI"/>
                <a:ea typeface="Microsoft YaHei UI"/>
              </a:rPr>
              <a:t>101</a:t>
            </a:r>
            <a:r>
              <a:rPr altLang="en-US" sz="2400" b="1" dirty="0">
                <a:effectLst>
                  <a:outerShdw blurRad="38100" dist="38100" dir="2700000" algn="tl">
                    <a:srgbClr val="C0C0C0"/>
                  </a:outerShdw>
                </a:effectLst>
                <a:latin typeface="Microsoft YaHei UI"/>
                <a:ea typeface="Microsoft YaHei UI"/>
              </a:rPr>
              <a:t>条规定：公民享有肖像权，未经本人同意，不得以获利为目的使用公民的肖像，公民、法人享有名誉权，公民的人格尊严受到法律保护，禁止用侮辱、诽谤等方式损害公民、法人的名誉。</a:t>
            </a:r>
          </a:p>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在宪法原则的指导下，我国刑法、民事诉讼法、刑事诉讼法和其他一些行政法律法规分别对公民的隐私权保护作出了具体的规定，如刑事诉讼法第</a:t>
            </a:r>
            <a:r>
              <a:rPr lang="en-US" altLang="zh-CN" sz="2400" b="1" dirty="0">
                <a:effectLst>
                  <a:outerShdw blurRad="38100" dist="38100" dir="2700000" algn="tl">
                    <a:srgbClr val="C0C0C0"/>
                  </a:outerShdw>
                </a:effectLst>
                <a:latin typeface="Microsoft YaHei UI"/>
                <a:ea typeface="Microsoft YaHei UI"/>
              </a:rPr>
              <a:t>112</a:t>
            </a:r>
            <a:r>
              <a:rPr altLang="en-US" sz="2400" b="1" dirty="0">
                <a:effectLst>
                  <a:outerShdw blurRad="38100" dist="38100" dir="2700000" algn="tl">
                    <a:srgbClr val="C0C0C0"/>
                  </a:outerShdw>
                </a:effectLst>
                <a:latin typeface="Microsoft YaHei UI"/>
                <a:ea typeface="Microsoft YaHei UI"/>
              </a:rPr>
              <a:t>条规定：人民法院审理第一审案件应当公开进行。但是有关国家秘密或者个人隐私的案件不公开审理。</a:t>
            </a:r>
          </a:p>
        </p:txBody>
      </p:sp>
    </p:spTree>
    <p:extLst>
      <p:ext uri="{BB962C8B-B14F-4D97-AF65-F5344CB8AC3E}">
        <p14:creationId xmlns:p14="http://schemas.microsoft.com/office/powerpoint/2010/main" val="2351621999"/>
      </p:ext>
    </p:extLst>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15.2.3  </a:t>
            </a:r>
            <a:r>
              <a:rPr altLang="en-US" sz="3200" b="1">
                <a:solidFill>
                  <a:schemeClr val="bg1"/>
                </a:solidFill>
                <a:effectLst>
                  <a:outerShdw blurRad="38100" dist="38100" dir="2700000" algn="tl">
                    <a:srgbClr val="C0C0C0"/>
                  </a:outerShdw>
                </a:effectLst>
                <a:latin typeface="Microsoft YaHei UI"/>
                <a:ea typeface="Microsoft YaHei UI"/>
              </a:rPr>
              <a:t>隐私保护</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目前，我国出台的有关法律法规也涉及到计算机网络和电子商务中的隐私权保护，如</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计算机信息网络国际联网安全保护管理办法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第</a:t>
            </a:r>
            <a:r>
              <a:rPr lang="en-US" altLang="zh-CN" sz="2400" b="1" dirty="0">
                <a:effectLst>
                  <a:outerShdw blurRad="38100" dist="38100" dir="2700000" algn="tl">
                    <a:srgbClr val="C0C0C0"/>
                  </a:outerShdw>
                </a:effectLst>
                <a:latin typeface="Microsoft YaHei UI"/>
                <a:ea typeface="Microsoft YaHei UI"/>
              </a:rPr>
              <a:t>7</a:t>
            </a:r>
            <a:r>
              <a:rPr altLang="en-US" sz="2400" b="1" dirty="0">
                <a:effectLst>
                  <a:outerShdw blurRad="38100" dist="38100" dir="2700000" algn="tl">
                    <a:srgbClr val="C0C0C0"/>
                  </a:outerShdw>
                </a:effectLst>
                <a:latin typeface="Microsoft YaHei UI"/>
                <a:ea typeface="Microsoft YaHei UI"/>
              </a:rPr>
              <a:t>条规定：用户的通信自由和通信秘密受法律保护。任何单位和个人不得违反法律规定，利用国际联网侵犯用户的通信自由和通信秘密。</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计算机信息网络国际联网管理暂行规定实施办法</a:t>
            </a:r>
            <a:r>
              <a:rPr lang="en-US" altLang="zh-CN" sz="2400" b="1" dirty="0">
                <a:effectLst>
                  <a:outerShdw blurRad="38100" dist="38100" dir="2700000" algn="tl">
                    <a:srgbClr val="C0C0C0"/>
                  </a:outerShdw>
                </a:effectLst>
                <a:latin typeface="Microsoft YaHei UI"/>
                <a:ea typeface="Microsoft YaHei UI"/>
              </a:rPr>
              <a:t>》</a:t>
            </a:r>
            <a:r>
              <a:rPr altLang="en-US" sz="2400" b="1" dirty="0">
                <a:effectLst>
                  <a:outerShdw blurRad="38100" dist="38100" dir="2700000" algn="tl">
                    <a:srgbClr val="C0C0C0"/>
                  </a:outerShdw>
                </a:effectLst>
                <a:latin typeface="Microsoft YaHei UI"/>
                <a:ea typeface="Microsoft YaHei UI"/>
              </a:rPr>
              <a:t>第</a:t>
            </a:r>
            <a:r>
              <a:rPr lang="en-US" altLang="zh-CN" sz="2400" b="1" dirty="0">
                <a:effectLst>
                  <a:outerShdw blurRad="38100" dist="38100" dir="2700000" algn="tl">
                    <a:srgbClr val="C0C0C0"/>
                  </a:outerShdw>
                </a:effectLst>
                <a:latin typeface="Microsoft YaHei UI"/>
                <a:ea typeface="Microsoft YaHei UI"/>
              </a:rPr>
              <a:t>18</a:t>
            </a:r>
            <a:r>
              <a:rPr altLang="en-US" sz="2400" b="1" dirty="0">
                <a:effectLst>
                  <a:outerShdw blurRad="38100" dist="38100" dir="2700000" algn="tl">
                    <a:srgbClr val="C0C0C0"/>
                  </a:outerShdw>
                </a:effectLst>
                <a:latin typeface="Microsoft YaHei UI"/>
                <a:ea typeface="Microsoft YaHei UI"/>
              </a:rPr>
              <a:t>条规定：用户应当服从接入单位的管理，遵守用户守则；不得擅自进入未经许可的计算机学校，篡改他人信息；不得在网络上散发恶意信息，冒用他人名义发出信息，侵犯他人隐私；不得制造传播计算机病毒及从事其他侵犯网络和他人合法权益的活动。</a:t>
            </a:r>
          </a:p>
        </p:txBody>
      </p:sp>
    </p:spTree>
    <p:extLst>
      <p:ext uri="{BB962C8B-B14F-4D97-AF65-F5344CB8AC3E}">
        <p14:creationId xmlns:p14="http://schemas.microsoft.com/office/powerpoint/2010/main" val="191406998"/>
      </p:ext>
    </p:extLst>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15.2.3  </a:t>
            </a:r>
            <a:r>
              <a:rPr altLang="en-US" sz="3200" b="1">
                <a:solidFill>
                  <a:schemeClr val="bg1"/>
                </a:solidFill>
                <a:effectLst>
                  <a:outerShdw blurRad="38100" dist="38100" dir="2700000" algn="tl">
                    <a:srgbClr val="C0C0C0"/>
                  </a:outerShdw>
                </a:effectLst>
                <a:latin typeface="Microsoft YaHei UI"/>
                <a:ea typeface="Microsoft YaHei UI"/>
              </a:rPr>
              <a:t>隐私保护</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在电子信息时代，网络对个人隐私权已形成了一种威胁，计算机系统随时都可以将人们的一举一动记录、收集、整理成一个个人资料库，使我们仿佛置身于一个透明的空间，毫无隐私可言。隐私保护，已成为关系到现代社会公民在法律约束下的人身自由及人身安全的重要问题。人们认识到，仅靠法律并不能达到对个人隐私完全有效的保护，而发展隐私保护技术就是一条颇受人们关注的隐私保护策略。发展隐私保护技术的直接目的就是为了使个人在特定环境下（如因特网和大型共享数据库系统中），从技术上对其私人信息拥有有效的控制。</a:t>
            </a:r>
          </a:p>
        </p:txBody>
      </p:sp>
    </p:spTree>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15.2.4  </a:t>
            </a:r>
            <a:r>
              <a:rPr altLang="en-US" sz="3200" b="1">
                <a:solidFill>
                  <a:schemeClr val="bg1"/>
                </a:solidFill>
                <a:effectLst>
                  <a:outerShdw blurRad="38100" dist="38100" dir="2700000" algn="tl">
                    <a:srgbClr val="C0C0C0"/>
                  </a:outerShdw>
                </a:effectLst>
                <a:latin typeface="Microsoft YaHei UI"/>
                <a:ea typeface="Microsoft YaHei UI"/>
              </a:rPr>
              <a:t>职业和道德责任</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lvl="1" indent="0">
              <a:lnSpc>
                <a:spcPct val="150000"/>
              </a:lnSpc>
              <a:spcAft>
                <a:spcPts val="1200"/>
              </a:spcAft>
              <a:buNone/>
            </a:pPr>
            <a:r>
              <a:rPr lang="zh-CN" altLang="en-US" b="1" dirty="0">
                <a:effectLst>
                  <a:outerShdw blurRad="38100" dist="38100" dir="2700000" algn="tl">
                    <a:srgbClr val="C0C0C0"/>
                  </a:outerShdw>
                </a:effectLst>
                <a:latin typeface="Microsoft YaHei UI"/>
                <a:ea typeface="Microsoft YaHei UI"/>
              </a:rPr>
              <a:t>“职业化”通常也被称为“职业特性”、“职业作风”或“专业精神”等，应该视为从业人员、职业团体及其服务对象</a:t>
            </a:r>
            <a:r>
              <a:rPr lang="en-US" altLang="zh-CN" b="1" dirty="0">
                <a:effectLst>
                  <a:outerShdw blurRad="38100" dist="38100" dir="2700000" algn="tl">
                    <a:srgbClr val="C0C0C0"/>
                  </a:outerShdw>
                </a:effectLst>
                <a:latin typeface="Microsoft YaHei UI"/>
                <a:ea typeface="Microsoft YaHei UI"/>
              </a:rPr>
              <a:t>——</a:t>
            </a:r>
            <a:r>
              <a:rPr lang="zh-CN" altLang="en-US" b="1" dirty="0">
                <a:effectLst>
                  <a:outerShdw blurRad="38100" dist="38100" dir="2700000" algn="tl">
                    <a:srgbClr val="C0C0C0"/>
                  </a:outerShdw>
                </a:effectLst>
                <a:latin typeface="Microsoft YaHei UI"/>
                <a:ea typeface="Microsoft YaHei UI"/>
              </a:rPr>
              <a:t>公众之间的三方关系准则。该准则是从事某一职业，并得以生存和发展的必要条件。实际上，该准则隐含地为从业人员、职业团体（由雇主作为代表）和公众（或社会）拟订了一个三方协议，其中规定的各方的需求、期望和责任就构成了职业化的基本内涵。如从业人员希望职业团体能够抵制来自社会的不合理要求，能够对职业目标、指导方针和技能要求不断进行检查、评价和更新，从而保持该职业的吸引力。反过来，职业团体也对从业人员提出了要求，要求从业人员具有与职业理想相称的价值观念，具有足够的、完成规定服务所要求的知识和技能。</a:t>
            </a:r>
          </a:p>
        </p:txBody>
      </p:sp>
    </p:spTree>
    <p:extLst>
      <p:ext uri="{BB962C8B-B14F-4D97-AF65-F5344CB8AC3E}">
        <p14:creationId xmlns:p14="http://schemas.microsoft.com/office/powerpoint/2010/main" val="2714160892"/>
      </p:ext>
    </p:ext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15.2.4  </a:t>
            </a:r>
            <a:r>
              <a:rPr altLang="en-US" sz="3200" b="1">
                <a:solidFill>
                  <a:schemeClr val="bg1"/>
                </a:solidFill>
                <a:effectLst>
                  <a:outerShdw blurRad="38100" dist="38100" dir="2700000" algn="tl">
                    <a:srgbClr val="C0C0C0"/>
                  </a:outerShdw>
                </a:effectLst>
                <a:latin typeface="Microsoft YaHei UI"/>
                <a:ea typeface="Microsoft YaHei UI"/>
              </a:rPr>
              <a:t>职业和道德责任</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lvl="1" indent="0">
              <a:lnSpc>
                <a:spcPct val="150000"/>
              </a:lnSpc>
              <a:spcAft>
                <a:spcPts val="1200"/>
              </a:spcAft>
              <a:buNone/>
            </a:pPr>
            <a:r>
              <a:rPr lang="zh-CN" altLang="en-US" b="1" dirty="0">
                <a:effectLst>
                  <a:outerShdw blurRad="38100" dist="38100" dir="2700000" algn="tl">
                    <a:srgbClr val="C0C0C0"/>
                  </a:outerShdw>
                </a:effectLst>
                <a:latin typeface="Microsoft YaHei UI"/>
                <a:ea typeface="Microsoft YaHei UI"/>
              </a:rPr>
              <a:t>类似地，社会对职业团体以及职业团体对社会都具有一定的期望和需求。任何领域提供的任何一项专业服务都应该达到三方的满意，至少能够使三方彼此接受对方。</a:t>
            </a:r>
          </a:p>
          <a:p>
            <a:pPr marL="0" lvl="1" indent="0">
              <a:lnSpc>
                <a:spcPct val="150000"/>
              </a:lnSpc>
              <a:spcAft>
                <a:spcPts val="1200"/>
              </a:spcAft>
              <a:buNone/>
            </a:pPr>
            <a:r>
              <a:rPr lang="zh-CN" altLang="en-US" b="1" dirty="0">
                <a:effectLst>
                  <a:outerShdw blurRad="38100" dist="38100" dir="2700000" algn="tl">
                    <a:srgbClr val="C0C0C0"/>
                  </a:outerShdw>
                </a:effectLst>
                <a:latin typeface="Microsoft YaHei UI"/>
                <a:ea typeface="Microsoft YaHei UI"/>
              </a:rPr>
              <a:t>“职业化”是一个适用于所有职业的一个总的原则性协议，但具体到某一个行业时，还应考虑其自身特殊的要求。虽然职业道德规范没有法律法规所具有的强制性，但遵守这些规范对行业的健康发展是至关重要的。</a:t>
            </a:r>
          </a:p>
        </p:txBody>
      </p:sp>
    </p:spTree>
    <p:extLst>
      <p:ext uri="{BB962C8B-B14F-4D97-AF65-F5344CB8AC3E}">
        <p14:creationId xmlns:p14="http://schemas.microsoft.com/office/powerpoint/2010/main" val="849461156"/>
      </p:ext>
    </p:extLst>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15.2.4  </a:t>
            </a:r>
            <a:r>
              <a:rPr altLang="en-US" sz="3200" b="1">
                <a:solidFill>
                  <a:schemeClr val="bg1"/>
                </a:solidFill>
                <a:effectLst>
                  <a:outerShdw blurRad="38100" dist="38100" dir="2700000" algn="tl">
                    <a:srgbClr val="C0C0C0"/>
                  </a:outerShdw>
                </a:effectLst>
                <a:latin typeface="Microsoft YaHei UI"/>
                <a:ea typeface="Microsoft YaHei UI"/>
              </a:rPr>
              <a:t>职业和道德责任</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lvl="1" indent="0">
              <a:lnSpc>
                <a:spcPct val="150000"/>
              </a:lnSpc>
              <a:spcAft>
                <a:spcPts val="1200"/>
              </a:spcAft>
              <a:buNone/>
            </a:pPr>
            <a:r>
              <a:rPr lang="zh-CN" altLang="en-US" b="1" dirty="0">
                <a:effectLst>
                  <a:outerShdw blurRad="38100" dist="38100" dir="2700000" algn="tl">
                    <a:srgbClr val="C0C0C0"/>
                  </a:outerShdw>
                </a:effectLst>
                <a:latin typeface="Microsoft YaHei UI"/>
                <a:ea typeface="Microsoft YaHei UI"/>
              </a:rPr>
              <a:t>道德准则被设计来帮助计算机专业人士决定其有关道德问题的判断。许多专业机构（诸如美国计算机协会、英国计算机协会、澳大利亚计算机协会以及美国计算机伦理研究所等）都颁布了道德准则，每种准则在细节上存在着差别，但是为专业人士行为提供了整体指南准则。</a:t>
            </a:r>
          </a:p>
        </p:txBody>
      </p:sp>
    </p:spTree>
    <p:extLst>
      <p:ext uri="{BB962C8B-B14F-4D97-AF65-F5344CB8AC3E}">
        <p14:creationId xmlns:p14="http://schemas.microsoft.com/office/powerpoint/2010/main" val="118310915"/>
      </p:ext>
    </p:extLst>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15.2.4  </a:t>
            </a:r>
            <a:r>
              <a:rPr altLang="en-US" sz="3200" b="1">
                <a:solidFill>
                  <a:schemeClr val="bg1"/>
                </a:solidFill>
                <a:effectLst>
                  <a:outerShdw blurRad="38100" dist="38100" dir="2700000" algn="tl">
                    <a:srgbClr val="C0C0C0"/>
                  </a:outerShdw>
                </a:effectLst>
                <a:latin typeface="Microsoft YaHei UI"/>
                <a:ea typeface="Microsoft YaHei UI"/>
              </a:rPr>
              <a:t>职业和道德责任</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lvl="1" indent="0">
              <a:lnSpc>
                <a:spcPct val="150000"/>
              </a:lnSpc>
              <a:spcBef>
                <a:spcPts val="600"/>
              </a:spcBef>
              <a:spcAft>
                <a:spcPts val="0"/>
              </a:spcAft>
              <a:buNone/>
            </a:pPr>
            <a:r>
              <a:rPr lang="zh-CN" altLang="en-US" b="1" dirty="0">
                <a:effectLst>
                  <a:outerShdw blurRad="38100" dist="38100" dir="2700000" algn="tl">
                    <a:srgbClr val="C0C0C0"/>
                  </a:outerShdw>
                </a:effectLst>
                <a:latin typeface="Microsoft YaHei UI"/>
                <a:ea typeface="Microsoft YaHei UI"/>
              </a:rPr>
              <a:t>计算机伦理研究所颁布的最短准则如下。</a:t>
            </a:r>
          </a:p>
          <a:p>
            <a:pPr marL="457200" lvl="3" indent="0">
              <a:lnSpc>
                <a:spcPct val="150000"/>
              </a:lnSpc>
              <a:spcBef>
                <a:spcPts val="600"/>
              </a:spcBef>
              <a:spcAft>
                <a:spcPts val="0"/>
              </a:spcAft>
              <a:buNone/>
            </a:pPr>
            <a:r>
              <a:rPr lang="en-US" altLang="zh-CN" sz="2200" b="1" dirty="0">
                <a:effectLst>
                  <a:outerShdw blurRad="38100" dist="38100" dir="2700000" algn="tl">
                    <a:srgbClr val="C0C0C0"/>
                  </a:outerShdw>
                </a:effectLst>
                <a:latin typeface="Microsoft YaHei UI"/>
                <a:ea typeface="Microsoft YaHei UI"/>
              </a:rPr>
              <a:t>1</a:t>
            </a:r>
            <a:r>
              <a:rPr lang="zh-CN" altLang="en-US" sz="2200" b="1" dirty="0">
                <a:effectLst>
                  <a:outerShdw blurRad="38100" dist="38100" dir="2700000" algn="tl">
                    <a:srgbClr val="C0C0C0"/>
                  </a:outerShdw>
                </a:effectLst>
                <a:latin typeface="Microsoft YaHei UI"/>
                <a:ea typeface="Microsoft YaHei UI"/>
              </a:rPr>
              <a:t>）不要使用计算机来伤害他人。</a:t>
            </a:r>
          </a:p>
          <a:p>
            <a:pPr marL="457200" lvl="3" indent="0">
              <a:lnSpc>
                <a:spcPct val="150000"/>
              </a:lnSpc>
              <a:spcBef>
                <a:spcPts val="600"/>
              </a:spcBef>
              <a:spcAft>
                <a:spcPts val="0"/>
              </a:spcAft>
              <a:buNone/>
            </a:pPr>
            <a:r>
              <a:rPr lang="en-US" altLang="zh-CN" sz="2200" b="1" dirty="0">
                <a:effectLst>
                  <a:outerShdw blurRad="38100" dist="38100" dir="2700000" algn="tl">
                    <a:srgbClr val="C0C0C0"/>
                  </a:outerShdw>
                </a:effectLst>
                <a:latin typeface="Microsoft YaHei UI"/>
                <a:ea typeface="Microsoft YaHei UI"/>
              </a:rPr>
              <a:t>2</a:t>
            </a:r>
            <a:r>
              <a:rPr lang="zh-CN" altLang="en-US" sz="2200" b="1" dirty="0">
                <a:effectLst>
                  <a:outerShdw blurRad="38100" dist="38100" dir="2700000" algn="tl">
                    <a:srgbClr val="C0C0C0"/>
                  </a:outerShdw>
                </a:effectLst>
                <a:latin typeface="Microsoft YaHei UI"/>
                <a:ea typeface="Microsoft YaHei UI"/>
              </a:rPr>
              <a:t>）不要干扰他人的计算机工作。</a:t>
            </a:r>
          </a:p>
          <a:p>
            <a:pPr marL="457200" lvl="3" indent="0">
              <a:lnSpc>
                <a:spcPct val="150000"/>
              </a:lnSpc>
              <a:spcBef>
                <a:spcPts val="600"/>
              </a:spcBef>
              <a:spcAft>
                <a:spcPts val="0"/>
              </a:spcAft>
              <a:buNone/>
            </a:pPr>
            <a:r>
              <a:rPr lang="en-US" altLang="zh-CN" sz="2200" b="1" dirty="0">
                <a:effectLst>
                  <a:outerShdw blurRad="38100" dist="38100" dir="2700000" algn="tl">
                    <a:srgbClr val="C0C0C0"/>
                  </a:outerShdw>
                </a:effectLst>
                <a:latin typeface="Microsoft YaHei UI"/>
                <a:ea typeface="Microsoft YaHei UI"/>
              </a:rPr>
              <a:t>3</a:t>
            </a:r>
            <a:r>
              <a:rPr lang="zh-CN" altLang="en-US" sz="2200" b="1" dirty="0">
                <a:effectLst>
                  <a:outerShdw blurRad="38100" dist="38100" dir="2700000" algn="tl">
                    <a:srgbClr val="C0C0C0"/>
                  </a:outerShdw>
                </a:effectLst>
                <a:latin typeface="Microsoft YaHei UI"/>
                <a:ea typeface="Microsoft YaHei UI"/>
              </a:rPr>
              <a:t>）不要监控他人的文件。</a:t>
            </a:r>
          </a:p>
          <a:p>
            <a:pPr marL="457200" lvl="3" indent="0">
              <a:lnSpc>
                <a:spcPct val="150000"/>
              </a:lnSpc>
              <a:spcBef>
                <a:spcPts val="600"/>
              </a:spcBef>
              <a:spcAft>
                <a:spcPts val="0"/>
              </a:spcAft>
              <a:buNone/>
            </a:pPr>
            <a:r>
              <a:rPr lang="en-US" altLang="zh-CN" sz="2200" b="1" dirty="0">
                <a:effectLst>
                  <a:outerShdw blurRad="38100" dist="38100" dir="2700000" algn="tl">
                    <a:srgbClr val="C0C0C0"/>
                  </a:outerShdw>
                </a:effectLst>
                <a:latin typeface="Microsoft YaHei UI"/>
                <a:ea typeface="Microsoft YaHei UI"/>
              </a:rPr>
              <a:t>4</a:t>
            </a:r>
            <a:r>
              <a:rPr lang="zh-CN" altLang="en-US" sz="2200" b="1" dirty="0">
                <a:effectLst>
                  <a:outerShdw blurRad="38100" dist="38100" dir="2700000" algn="tl">
                    <a:srgbClr val="C0C0C0"/>
                  </a:outerShdw>
                </a:effectLst>
                <a:latin typeface="Microsoft YaHei UI"/>
                <a:ea typeface="Microsoft YaHei UI"/>
              </a:rPr>
              <a:t>）不要使用计算机来偷窃。</a:t>
            </a:r>
          </a:p>
          <a:p>
            <a:pPr marL="457200" lvl="3" indent="0">
              <a:lnSpc>
                <a:spcPct val="150000"/>
              </a:lnSpc>
              <a:spcBef>
                <a:spcPts val="600"/>
              </a:spcBef>
              <a:spcAft>
                <a:spcPts val="0"/>
              </a:spcAft>
              <a:buNone/>
            </a:pPr>
            <a:r>
              <a:rPr lang="en-US" altLang="zh-CN" sz="2200" b="1" dirty="0">
                <a:effectLst>
                  <a:outerShdw blurRad="38100" dist="38100" dir="2700000" algn="tl">
                    <a:srgbClr val="C0C0C0"/>
                  </a:outerShdw>
                </a:effectLst>
                <a:latin typeface="Microsoft YaHei UI"/>
                <a:ea typeface="Microsoft YaHei UI"/>
              </a:rPr>
              <a:t>5</a:t>
            </a:r>
            <a:r>
              <a:rPr lang="zh-CN" altLang="en-US" sz="2200" b="1" dirty="0">
                <a:effectLst>
                  <a:outerShdw blurRad="38100" dist="38100" dir="2700000" algn="tl">
                    <a:srgbClr val="C0C0C0"/>
                  </a:outerShdw>
                </a:effectLst>
                <a:latin typeface="Microsoft YaHei UI"/>
                <a:ea typeface="Microsoft YaHei UI"/>
              </a:rPr>
              <a:t>）不要使用计算机来提供假证词。</a:t>
            </a:r>
          </a:p>
          <a:p>
            <a:pPr marL="457200" lvl="3" indent="0">
              <a:lnSpc>
                <a:spcPct val="150000"/>
              </a:lnSpc>
              <a:spcBef>
                <a:spcPts val="600"/>
              </a:spcBef>
              <a:spcAft>
                <a:spcPts val="0"/>
              </a:spcAft>
              <a:buNone/>
            </a:pPr>
            <a:r>
              <a:rPr lang="en-US" altLang="zh-CN" sz="2200" b="1" dirty="0">
                <a:effectLst>
                  <a:outerShdw blurRad="38100" dist="38100" dir="2700000" algn="tl">
                    <a:srgbClr val="C0C0C0"/>
                  </a:outerShdw>
                </a:effectLst>
                <a:latin typeface="Microsoft YaHei UI"/>
                <a:ea typeface="Microsoft YaHei UI"/>
              </a:rPr>
              <a:t>6</a:t>
            </a:r>
            <a:r>
              <a:rPr lang="zh-CN" altLang="en-US" sz="2200" b="1" dirty="0">
                <a:effectLst>
                  <a:outerShdw blurRad="38100" dist="38100" dir="2700000" algn="tl">
                    <a:srgbClr val="C0C0C0"/>
                  </a:outerShdw>
                </a:effectLst>
                <a:latin typeface="Microsoft YaHei UI"/>
                <a:ea typeface="Microsoft YaHei UI"/>
              </a:rPr>
              <a:t>）不要使用或者复制你没有付费的软件。</a:t>
            </a:r>
            <a:endParaRPr lang="zh-CN" altLang="en-US" b="1" dirty="0">
              <a:effectLst>
                <a:outerShdw blurRad="38100" dist="38100" dir="2700000" algn="tl">
                  <a:srgbClr val="C0C0C0"/>
                </a:outerShdw>
              </a:effectLst>
              <a:latin typeface="Microsoft YaHei UI"/>
              <a:ea typeface="Microsoft YaHei UI"/>
            </a:endParaRPr>
          </a:p>
        </p:txBody>
      </p:sp>
    </p:spTree>
    <p:extLst>
      <p:ext uri="{BB962C8B-B14F-4D97-AF65-F5344CB8AC3E}">
        <p14:creationId xmlns:p14="http://schemas.microsoft.com/office/powerpoint/2010/main" val="276447905"/>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15.2.4  </a:t>
            </a:r>
            <a:r>
              <a:rPr altLang="en-US" sz="3200" b="1">
                <a:solidFill>
                  <a:schemeClr val="bg1"/>
                </a:solidFill>
                <a:effectLst>
                  <a:outerShdw blurRad="38100" dist="38100" dir="2700000" algn="tl">
                    <a:srgbClr val="C0C0C0"/>
                  </a:outerShdw>
                </a:effectLst>
                <a:latin typeface="Microsoft YaHei UI"/>
                <a:ea typeface="Microsoft YaHei UI"/>
              </a:rPr>
              <a:t>职业和道德责任</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457200" lvl="3" indent="0">
              <a:lnSpc>
                <a:spcPct val="150000"/>
              </a:lnSpc>
              <a:spcBef>
                <a:spcPts val="600"/>
              </a:spcBef>
              <a:spcAft>
                <a:spcPts val="0"/>
              </a:spcAft>
              <a:buNone/>
            </a:pPr>
            <a:r>
              <a:rPr lang="en-US" altLang="zh-CN" sz="2200" b="1" dirty="0">
                <a:effectLst>
                  <a:outerShdw blurRad="38100" dist="38100" dir="2700000" algn="tl">
                    <a:srgbClr val="C0C0C0"/>
                  </a:outerShdw>
                </a:effectLst>
                <a:latin typeface="Microsoft YaHei UI"/>
                <a:ea typeface="Microsoft YaHei UI"/>
              </a:rPr>
              <a:t>7</a:t>
            </a:r>
            <a:r>
              <a:rPr lang="zh-CN" altLang="en-US" sz="2200" b="1" dirty="0">
                <a:effectLst>
                  <a:outerShdw blurRad="38100" dist="38100" dir="2700000" algn="tl">
                    <a:srgbClr val="C0C0C0"/>
                  </a:outerShdw>
                </a:effectLst>
                <a:latin typeface="Microsoft YaHei UI"/>
                <a:ea typeface="Microsoft YaHei UI"/>
              </a:rPr>
              <a:t>）不要在没有获得允许的情况下使用他人的计算机资源。</a:t>
            </a:r>
          </a:p>
          <a:p>
            <a:pPr marL="457200" lvl="3" indent="0">
              <a:lnSpc>
                <a:spcPct val="150000"/>
              </a:lnSpc>
              <a:spcBef>
                <a:spcPts val="600"/>
              </a:spcBef>
              <a:spcAft>
                <a:spcPts val="0"/>
              </a:spcAft>
              <a:buNone/>
            </a:pPr>
            <a:r>
              <a:rPr lang="en-US" altLang="zh-CN" sz="2200" b="1" dirty="0">
                <a:effectLst>
                  <a:outerShdw blurRad="38100" dist="38100" dir="2700000" algn="tl">
                    <a:srgbClr val="C0C0C0"/>
                  </a:outerShdw>
                </a:effectLst>
                <a:latin typeface="Microsoft YaHei UI"/>
                <a:ea typeface="Microsoft YaHei UI"/>
              </a:rPr>
              <a:t>8</a:t>
            </a:r>
            <a:r>
              <a:rPr lang="zh-CN" altLang="en-US" sz="2200" b="1" dirty="0">
                <a:effectLst>
                  <a:outerShdw blurRad="38100" dist="38100" dir="2700000" algn="tl">
                    <a:srgbClr val="C0C0C0"/>
                  </a:outerShdw>
                </a:effectLst>
                <a:latin typeface="Microsoft YaHei UI"/>
                <a:ea typeface="Microsoft YaHei UI"/>
              </a:rPr>
              <a:t>）不要盗用他人的智能成果。</a:t>
            </a:r>
          </a:p>
          <a:p>
            <a:pPr marL="457200" lvl="3" indent="0">
              <a:lnSpc>
                <a:spcPct val="150000"/>
              </a:lnSpc>
              <a:spcBef>
                <a:spcPts val="600"/>
              </a:spcBef>
              <a:spcAft>
                <a:spcPts val="0"/>
              </a:spcAft>
              <a:buNone/>
            </a:pPr>
            <a:r>
              <a:rPr lang="en-US" altLang="zh-CN" sz="2200" b="1" dirty="0">
                <a:effectLst>
                  <a:outerShdw blurRad="38100" dist="38100" dir="2700000" algn="tl">
                    <a:srgbClr val="C0C0C0"/>
                  </a:outerShdw>
                </a:effectLst>
                <a:latin typeface="Microsoft YaHei UI"/>
                <a:ea typeface="Microsoft YaHei UI"/>
              </a:rPr>
              <a:t>9</a:t>
            </a:r>
            <a:r>
              <a:rPr lang="zh-CN" altLang="en-US" sz="2200" b="1" dirty="0">
                <a:effectLst>
                  <a:outerShdw blurRad="38100" dist="38100" dir="2700000" algn="tl">
                    <a:srgbClr val="C0C0C0"/>
                  </a:outerShdw>
                </a:effectLst>
                <a:latin typeface="Microsoft YaHei UI"/>
                <a:ea typeface="Microsoft YaHei UI"/>
              </a:rPr>
              <a:t>）应该考虑到自己所编写程序的社会后果。</a:t>
            </a:r>
          </a:p>
          <a:p>
            <a:pPr marL="457200" lvl="3" indent="0">
              <a:lnSpc>
                <a:spcPct val="150000"/>
              </a:lnSpc>
              <a:spcBef>
                <a:spcPts val="600"/>
              </a:spcBef>
              <a:spcAft>
                <a:spcPts val="0"/>
              </a:spcAft>
              <a:buNone/>
            </a:pPr>
            <a:r>
              <a:rPr lang="en-US" altLang="zh-CN" sz="2200" b="1" dirty="0">
                <a:effectLst>
                  <a:outerShdw blurRad="38100" dist="38100" dir="2700000" algn="tl">
                    <a:srgbClr val="C0C0C0"/>
                  </a:outerShdw>
                </a:effectLst>
                <a:latin typeface="Microsoft YaHei UI"/>
                <a:ea typeface="Microsoft YaHei UI"/>
              </a:rPr>
              <a:t>10</a:t>
            </a:r>
            <a:r>
              <a:rPr lang="zh-CN" altLang="en-US" sz="2200" b="1" dirty="0">
                <a:effectLst>
                  <a:outerShdw blurRad="38100" dist="38100" dir="2700000" algn="tl">
                    <a:srgbClr val="C0C0C0"/>
                  </a:outerShdw>
                </a:effectLst>
                <a:latin typeface="Microsoft YaHei UI"/>
                <a:ea typeface="Microsoft YaHei UI"/>
              </a:rPr>
              <a:t>）使用计算机时应该体现出对信息的尊重。</a:t>
            </a:r>
            <a:endParaRPr lang="zh-CN" altLang="en-US" b="1" dirty="0">
              <a:effectLst>
                <a:outerShdw blurRad="38100" dist="38100" dir="2700000" algn="tl">
                  <a:srgbClr val="C0C0C0"/>
                </a:outerShdw>
              </a:effectLst>
              <a:latin typeface="Microsoft YaHei UI"/>
              <a:ea typeface="Microsoft YaHei UI"/>
            </a:endParaRPr>
          </a:p>
        </p:txBody>
      </p:sp>
    </p:spTree>
    <p:extLst>
      <p:ext uri="{BB962C8B-B14F-4D97-AF65-F5344CB8AC3E}">
        <p14:creationId xmlns:p14="http://schemas.microsoft.com/office/powerpoint/2010/main" val="3731943659"/>
      </p:ext>
    </p:extLst>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15.2.4  </a:t>
            </a:r>
            <a:r>
              <a:rPr altLang="en-US" sz="3200" b="1">
                <a:solidFill>
                  <a:schemeClr val="bg1"/>
                </a:solidFill>
                <a:effectLst>
                  <a:outerShdw blurRad="38100" dist="38100" dir="2700000" algn="tl">
                    <a:srgbClr val="C0C0C0"/>
                  </a:outerShdw>
                </a:effectLst>
                <a:latin typeface="Microsoft YaHei UI"/>
                <a:ea typeface="Microsoft YaHei UI"/>
              </a:rPr>
              <a:t>职业和道德责任</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lvl="1" indent="0">
              <a:lnSpc>
                <a:spcPct val="150000"/>
              </a:lnSpc>
              <a:spcAft>
                <a:spcPts val="1200"/>
              </a:spcAft>
              <a:buNone/>
            </a:pPr>
            <a:r>
              <a:rPr lang="zh-CN" altLang="en-US" b="1" dirty="0">
                <a:effectLst>
                  <a:outerShdw blurRad="38100" dist="38100" dir="2700000" algn="tl">
                    <a:srgbClr val="C0C0C0"/>
                  </a:outerShdw>
                </a:effectLst>
                <a:latin typeface="Microsoft YaHei UI"/>
                <a:ea typeface="Microsoft YaHei UI"/>
              </a:rPr>
              <a:t>美国计算机协会（</a:t>
            </a:r>
            <a:r>
              <a:rPr lang="en-US" altLang="zh-CN" b="1" dirty="0">
                <a:effectLst>
                  <a:outerShdw blurRad="38100" dist="38100" dir="2700000" algn="tl">
                    <a:srgbClr val="C0C0C0"/>
                  </a:outerShdw>
                </a:effectLst>
                <a:latin typeface="Microsoft YaHei UI"/>
                <a:ea typeface="Microsoft YaHei UI"/>
              </a:rPr>
              <a:t>ACM</a:t>
            </a:r>
            <a:r>
              <a:rPr lang="zh-CN" altLang="en-US" b="1" dirty="0">
                <a:effectLst>
                  <a:outerShdw blurRad="38100" dist="38100" dir="2700000" algn="tl">
                    <a:srgbClr val="C0C0C0"/>
                  </a:outerShdw>
                </a:effectLst>
                <a:latin typeface="Microsoft YaHei UI"/>
                <a:ea typeface="Microsoft YaHei UI"/>
              </a:rPr>
              <a:t>）为专业人士行为制订的道德准则包含</a:t>
            </a:r>
            <a:r>
              <a:rPr lang="en-US" altLang="zh-CN" b="1" dirty="0">
                <a:effectLst>
                  <a:outerShdw blurRad="38100" dist="38100" dir="2700000" algn="tl">
                    <a:srgbClr val="C0C0C0"/>
                  </a:outerShdw>
                </a:effectLst>
                <a:latin typeface="Microsoft YaHei UI"/>
                <a:ea typeface="Microsoft YaHei UI"/>
              </a:rPr>
              <a:t>21</a:t>
            </a:r>
            <a:r>
              <a:rPr lang="zh-CN" altLang="en-US" b="1" dirty="0">
                <a:effectLst>
                  <a:outerShdw blurRad="38100" dist="38100" dir="2700000" algn="tl">
                    <a:srgbClr val="C0C0C0"/>
                  </a:outerShdw>
                </a:effectLst>
                <a:latin typeface="Microsoft YaHei UI"/>
                <a:ea typeface="Microsoft YaHei UI"/>
              </a:rPr>
              <a:t>条，包括“美国计算机协会成员必须遵守现有的本地、州、地区、国家以及国际法律，除非有明确准则要求不必这样做。”</a:t>
            </a:r>
          </a:p>
        </p:txBody>
      </p:sp>
    </p:spTree>
    <p:extLst>
      <p:ext uri="{BB962C8B-B14F-4D97-AF65-F5344CB8AC3E}">
        <p14:creationId xmlns:p14="http://schemas.microsoft.com/office/powerpoint/2010/main" val="1440438302"/>
      </p:ext>
    </p:extLst>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15.2.4  </a:t>
            </a:r>
            <a:r>
              <a:rPr altLang="en-US" sz="3200" b="1">
                <a:solidFill>
                  <a:schemeClr val="bg1"/>
                </a:solidFill>
                <a:effectLst>
                  <a:outerShdw blurRad="38100" dist="38100" dir="2700000" algn="tl">
                    <a:srgbClr val="C0C0C0"/>
                  </a:outerShdw>
                </a:effectLst>
                <a:latin typeface="Microsoft YaHei UI"/>
                <a:ea typeface="Microsoft YaHei UI"/>
              </a:rPr>
              <a:t>职业和道德责任</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lvl="1" indent="0">
              <a:lnSpc>
                <a:spcPct val="150000"/>
              </a:lnSpc>
              <a:spcAft>
                <a:spcPts val="1200"/>
              </a:spcAft>
              <a:buNone/>
            </a:pPr>
            <a:r>
              <a:rPr lang="zh-CN" altLang="en-US" b="1" dirty="0">
                <a:effectLst>
                  <a:outerShdw blurRad="38100" dist="38100" dir="2700000" algn="tl">
                    <a:srgbClr val="C0C0C0"/>
                  </a:outerShdw>
                </a:effectLst>
                <a:latin typeface="Microsoft YaHei UI"/>
                <a:ea typeface="Microsoft YaHei UI"/>
              </a:rPr>
              <a:t>在计算机日益成为各个领域及各项社会事务中心角色的今天，那些直接或间接从事软件设计和软件开发的人员，有着既可从善也可从恶的极大机会，同时还可影响着周围其他从事该职业的人的行为。为能保证使其尽量发挥有益的作用，这就必须要求软件工程师致力于使软件工程成为一个有益的和受人尊敬的职业。为此，</a:t>
            </a:r>
            <a:r>
              <a:rPr lang="en-US" altLang="zh-CN" b="1" dirty="0">
                <a:effectLst>
                  <a:outerShdw blurRad="38100" dist="38100" dir="2700000" algn="tl">
                    <a:srgbClr val="C0C0C0"/>
                  </a:outerShdw>
                </a:effectLst>
                <a:latin typeface="Microsoft YaHei UI"/>
                <a:ea typeface="Microsoft YaHei UI"/>
              </a:rPr>
              <a:t>1998</a:t>
            </a:r>
            <a:r>
              <a:rPr lang="zh-CN" altLang="en-US" b="1" dirty="0">
                <a:effectLst>
                  <a:outerShdw blurRad="38100" dist="38100" dir="2700000" algn="tl">
                    <a:srgbClr val="C0C0C0"/>
                  </a:outerShdw>
                </a:effectLst>
                <a:latin typeface="Microsoft YaHei UI"/>
                <a:ea typeface="Microsoft YaHei UI"/>
              </a:rPr>
              <a:t>年，</a:t>
            </a:r>
            <a:r>
              <a:rPr lang="en-US" altLang="zh-CN" b="1" dirty="0">
                <a:effectLst>
                  <a:outerShdw blurRad="38100" dist="38100" dir="2700000" algn="tl">
                    <a:srgbClr val="C0C0C0"/>
                  </a:outerShdw>
                </a:effectLst>
                <a:latin typeface="Microsoft YaHei UI"/>
                <a:ea typeface="Microsoft YaHei UI"/>
              </a:rPr>
              <a:t>IEEE-CS</a:t>
            </a:r>
            <a:r>
              <a:rPr lang="zh-CN" altLang="en-US" b="1" dirty="0">
                <a:effectLst>
                  <a:outerShdw blurRad="38100" dist="38100" dir="2700000" algn="tl">
                    <a:srgbClr val="C0C0C0"/>
                  </a:outerShdw>
                </a:effectLst>
                <a:latin typeface="Microsoft YaHei UI"/>
                <a:ea typeface="Microsoft YaHei UI"/>
              </a:rPr>
              <a:t>和</a:t>
            </a:r>
            <a:r>
              <a:rPr lang="en-US" altLang="zh-CN" b="1" dirty="0">
                <a:effectLst>
                  <a:outerShdw blurRad="38100" dist="38100" dir="2700000" algn="tl">
                    <a:srgbClr val="C0C0C0"/>
                  </a:outerShdw>
                </a:effectLst>
                <a:latin typeface="Microsoft YaHei UI"/>
                <a:ea typeface="Microsoft YaHei UI"/>
              </a:rPr>
              <a:t>ACM</a:t>
            </a:r>
            <a:r>
              <a:rPr lang="zh-CN" altLang="en-US" b="1" dirty="0">
                <a:effectLst>
                  <a:outerShdw blurRad="38100" dist="38100" dir="2700000" algn="tl">
                    <a:srgbClr val="C0C0C0"/>
                  </a:outerShdw>
                </a:effectLst>
                <a:latin typeface="Microsoft YaHei UI"/>
                <a:ea typeface="Microsoft YaHei UI"/>
              </a:rPr>
              <a:t>联合特别工作组在对多个计算学科和工程学科规范进行广泛研究的基础上，制订了软件工程师职业化的一个关键规范</a:t>
            </a:r>
            <a:r>
              <a:rPr lang="en-US" altLang="zh-CN" b="1" dirty="0">
                <a:effectLst>
                  <a:outerShdw blurRad="38100" dist="38100" dir="2700000" algn="tl">
                    <a:srgbClr val="C0C0C0"/>
                  </a:outerShdw>
                </a:effectLst>
                <a:latin typeface="Microsoft YaHei UI"/>
                <a:ea typeface="Microsoft YaHei UI"/>
              </a:rPr>
              <a:t>《</a:t>
            </a:r>
            <a:r>
              <a:rPr lang="zh-CN" altLang="en-US" b="1" dirty="0">
                <a:effectLst>
                  <a:outerShdw blurRad="38100" dist="38100" dir="2700000" algn="tl">
                    <a:srgbClr val="C0C0C0"/>
                  </a:outerShdw>
                </a:effectLst>
                <a:latin typeface="Microsoft YaHei UI"/>
                <a:ea typeface="Microsoft YaHei UI"/>
              </a:rPr>
              <a:t>软件工程资格和专业规范</a:t>
            </a:r>
            <a:r>
              <a:rPr lang="en-US" altLang="zh-CN" b="1" dirty="0">
                <a:effectLst>
                  <a:outerShdw blurRad="38100" dist="38100" dir="2700000" algn="tl">
                    <a:srgbClr val="C0C0C0"/>
                  </a:outerShdw>
                </a:effectLst>
                <a:latin typeface="Microsoft YaHei UI"/>
                <a:ea typeface="Microsoft YaHei UI"/>
              </a:rPr>
              <a:t>》</a:t>
            </a:r>
            <a:r>
              <a:rPr lang="zh-CN" altLang="en-US" b="1" dirty="0">
                <a:effectLst>
                  <a:outerShdw blurRad="38100" dist="38100" dir="2700000" algn="tl">
                    <a:srgbClr val="C0C0C0"/>
                  </a:outerShdw>
                </a:effectLst>
                <a:latin typeface="Microsoft YaHei UI"/>
                <a:ea typeface="Microsoft YaHei UI"/>
              </a:rPr>
              <a:t>。该规范不代表立法，它只是向实践者指明社会期望他们达到的标准，以及同行们的共同追求和相互的期望。该规范要求软件工程师应该坚持以下</a:t>
            </a:r>
            <a:r>
              <a:rPr lang="en-US" altLang="zh-CN" b="1" dirty="0">
                <a:effectLst>
                  <a:outerShdw blurRad="38100" dist="38100" dir="2700000" algn="tl">
                    <a:srgbClr val="C0C0C0"/>
                  </a:outerShdw>
                </a:effectLst>
                <a:latin typeface="Microsoft YaHei UI"/>
                <a:ea typeface="Microsoft YaHei UI"/>
              </a:rPr>
              <a:t>8</a:t>
            </a:r>
            <a:r>
              <a:rPr lang="zh-CN" altLang="en-US" b="1" dirty="0">
                <a:effectLst>
                  <a:outerShdw blurRad="38100" dist="38100" dir="2700000" algn="tl">
                    <a:srgbClr val="C0C0C0"/>
                  </a:outerShdw>
                </a:effectLst>
                <a:latin typeface="Microsoft YaHei UI"/>
                <a:ea typeface="Microsoft YaHei UI"/>
              </a:rPr>
              <a:t>项道德规范。</a:t>
            </a:r>
          </a:p>
        </p:txBody>
      </p:sp>
    </p:spTree>
    <p:extLst>
      <p:ext uri="{BB962C8B-B14F-4D97-AF65-F5344CB8AC3E}">
        <p14:creationId xmlns:p14="http://schemas.microsoft.com/office/powerpoint/2010/main" val="2989520632"/>
      </p:ext>
    </p:extLst>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15.2.4  </a:t>
            </a:r>
            <a:r>
              <a:rPr altLang="en-US" sz="3200" b="1">
                <a:solidFill>
                  <a:schemeClr val="bg1"/>
                </a:solidFill>
                <a:effectLst>
                  <a:outerShdw blurRad="38100" dist="38100" dir="2700000" algn="tl">
                    <a:srgbClr val="C0C0C0"/>
                  </a:outerShdw>
                </a:effectLst>
                <a:latin typeface="Microsoft YaHei UI"/>
                <a:ea typeface="Microsoft YaHei UI"/>
              </a:rPr>
              <a:t>职业和道德责任</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lvl="2" indent="0">
              <a:lnSpc>
                <a:spcPct val="150000"/>
              </a:lnSpc>
              <a:spcAft>
                <a:spcPts val="1200"/>
              </a:spcAft>
              <a:buNone/>
            </a:pPr>
            <a:r>
              <a:rPr lang="zh-CN" altLang="en-US" sz="2400" b="1" dirty="0">
                <a:effectLst>
                  <a:outerShdw blurRad="38100" dist="38100" dir="2700000" algn="tl">
                    <a:srgbClr val="C0C0C0"/>
                  </a:outerShdw>
                </a:effectLst>
                <a:latin typeface="Microsoft YaHei UI"/>
                <a:ea typeface="Microsoft YaHei UI"/>
              </a:rPr>
              <a:t>原则</a:t>
            </a:r>
            <a:r>
              <a:rPr lang="en-US" altLang="zh-CN" sz="2400" b="1" dirty="0">
                <a:effectLst>
                  <a:outerShdw blurRad="38100" dist="38100" dir="2700000" algn="tl">
                    <a:srgbClr val="C0C0C0"/>
                  </a:outerShdw>
                </a:effectLst>
                <a:latin typeface="Microsoft YaHei UI"/>
                <a:ea typeface="Microsoft YaHei UI"/>
              </a:rPr>
              <a:t>1</a:t>
            </a:r>
            <a:r>
              <a:rPr lang="zh-CN" altLang="en-US" sz="2400" b="1" dirty="0">
                <a:effectLst>
                  <a:outerShdw blurRad="38100" dist="38100" dir="2700000" algn="tl">
                    <a:srgbClr val="C0C0C0"/>
                  </a:outerShdw>
                </a:effectLst>
                <a:latin typeface="Microsoft YaHei UI"/>
                <a:ea typeface="Microsoft YaHei UI"/>
              </a:rPr>
              <a:t>：公众。从职业角色来说，软件工程师应当始终关注公众的利益，按照与公众的安全、健康和幸福相一致的方式发挥作用。</a:t>
            </a:r>
          </a:p>
          <a:p>
            <a:pPr marL="0" lvl="2" indent="0">
              <a:lnSpc>
                <a:spcPct val="150000"/>
              </a:lnSpc>
              <a:spcAft>
                <a:spcPts val="1200"/>
              </a:spcAft>
              <a:buNone/>
            </a:pPr>
            <a:r>
              <a:rPr lang="zh-CN" altLang="en-US" sz="2400" b="1" dirty="0">
                <a:effectLst>
                  <a:outerShdw blurRad="38100" dist="38100" dir="2700000" algn="tl">
                    <a:srgbClr val="C0C0C0"/>
                  </a:outerShdw>
                </a:effectLst>
                <a:latin typeface="Microsoft YaHei UI"/>
                <a:ea typeface="Microsoft YaHei UI"/>
              </a:rPr>
              <a:t>原则</a:t>
            </a:r>
            <a:r>
              <a:rPr lang="en-US" altLang="zh-CN" sz="2400" b="1" dirty="0">
                <a:effectLst>
                  <a:outerShdw blurRad="38100" dist="38100" dir="2700000" algn="tl">
                    <a:srgbClr val="C0C0C0"/>
                  </a:outerShdw>
                </a:effectLst>
                <a:latin typeface="Microsoft YaHei UI"/>
                <a:ea typeface="Microsoft YaHei UI"/>
              </a:rPr>
              <a:t>2</a:t>
            </a:r>
            <a:r>
              <a:rPr lang="zh-CN" altLang="en-US" sz="2400" b="1" dirty="0">
                <a:effectLst>
                  <a:outerShdw blurRad="38100" dist="38100" dir="2700000" algn="tl">
                    <a:srgbClr val="C0C0C0"/>
                  </a:outerShdw>
                </a:effectLst>
                <a:latin typeface="Microsoft YaHei UI"/>
                <a:ea typeface="Microsoft YaHei UI"/>
              </a:rPr>
              <a:t>：客户和雇主。软件工程师应当有一个认知，什么是其客户和雇主的最大利益。他们应该总是以职业的方式担当他们的客户或雇主的忠实代理人和委托人。</a:t>
            </a:r>
          </a:p>
          <a:p>
            <a:pPr marL="0" lvl="2" indent="0">
              <a:lnSpc>
                <a:spcPct val="150000"/>
              </a:lnSpc>
              <a:spcAft>
                <a:spcPts val="1200"/>
              </a:spcAft>
              <a:buNone/>
            </a:pPr>
            <a:r>
              <a:rPr lang="zh-CN" altLang="en-US" sz="2400" b="1" dirty="0">
                <a:effectLst>
                  <a:outerShdw blurRad="38100" dist="38100" dir="2700000" algn="tl">
                    <a:srgbClr val="C0C0C0"/>
                  </a:outerShdw>
                </a:effectLst>
                <a:latin typeface="Microsoft YaHei UI"/>
                <a:ea typeface="Microsoft YaHei UI"/>
              </a:rPr>
              <a:t>原则</a:t>
            </a:r>
            <a:r>
              <a:rPr lang="en-US" altLang="zh-CN" sz="2400" b="1" dirty="0">
                <a:effectLst>
                  <a:outerShdw blurRad="38100" dist="38100" dir="2700000" algn="tl">
                    <a:srgbClr val="C0C0C0"/>
                  </a:outerShdw>
                </a:effectLst>
                <a:latin typeface="Microsoft YaHei UI"/>
                <a:ea typeface="Microsoft YaHei UI"/>
              </a:rPr>
              <a:t>3</a:t>
            </a:r>
            <a:r>
              <a:rPr lang="zh-CN" altLang="en-US" sz="2400" b="1" dirty="0">
                <a:effectLst>
                  <a:outerShdw blurRad="38100" dist="38100" dir="2700000" algn="tl">
                    <a:srgbClr val="C0C0C0"/>
                  </a:outerShdw>
                </a:effectLst>
                <a:latin typeface="Microsoft YaHei UI"/>
                <a:ea typeface="Microsoft YaHei UI"/>
              </a:rPr>
              <a:t>：产品。软件工程师应当尽可能地确保他们开发的软件对于公众、雇主、客户以及用户是有用的，在质量上是可接受的，在时间上要按期完成并且费用合理，同时没有错误。</a:t>
            </a:r>
            <a:endParaRPr lang="zh-CN" altLang="en-US" b="1" dirty="0">
              <a:effectLst>
                <a:outerShdw blurRad="38100" dist="38100" dir="2700000" algn="tl">
                  <a:srgbClr val="C0C0C0"/>
                </a:outerShdw>
              </a:effectLst>
              <a:latin typeface="Microsoft YaHei UI"/>
              <a:ea typeface="Microsoft YaHei UI"/>
            </a:endParaRPr>
          </a:p>
        </p:txBody>
      </p:sp>
    </p:spTree>
    <p:extLst>
      <p:ext uri="{BB962C8B-B14F-4D97-AF65-F5344CB8AC3E}">
        <p14:creationId xmlns:p14="http://schemas.microsoft.com/office/powerpoint/2010/main" val="1558975050"/>
      </p:ext>
    </p:extLst>
  </p:cSld>
  <p:clrMapOvr>
    <a:masterClrMapping/>
  </p:clrMapOvr>
  <p:transition spd="slow">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15.2.4  </a:t>
            </a:r>
            <a:r>
              <a:rPr altLang="en-US" sz="3200" b="1">
                <a:solidFill>
                  <a:schemeClr val="bg1"/>
                </a:solidFill>
                <a:effectLst>
                  <a:outerShdw blurRad="38100" dist="38100" dir="2700000" algn="tl">
                    <a:srgbClr val="C0C0C0"/>
                  </a:outerShdw>
                </a:effectLst>
                <a:latin typeface="Microsoft YaHei UI"/>
                <a:ea typeface="Microsoft YaHei UI"/>
              </a:rPr>
              <a:t>职业和道德责任</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lvl="2" indent="0">
              <a:lnSpc>
                <a:spcPct val="150000"/>
              </a:lnSpc>
              <a:spcAft>
                <a:spcPts val="0"/>
              </a:spcAft>
              <a:buNone/>
            </a:pPr>
            <a:r>
              <a:rPr lang="zh-CN" altLang="en-US" sz="2400" b="1" dirty="0">
                <a:effectLst>
                  <a:outerShdw blurRad="38100" dist="38100" dir="2700000" algn="tl">
                    <a:srgbClr val="C0C0C0"/>
                  </a:outerShdw>
                </a:effectLst>
                <a:latin typeface="Microsoft YaHei UI"/>
                <a:ea typeface="Microsoft YaHei UI"/>
              </a:rPr>
              <a:t>原则</a:t>
            </a:r>
            <a:r>
              <a:rPr lang="en-US" altLang="zh-CN" sz="2400" b="1" dirty="0">
                <a:effectLst>
                  <a:outerShdw blurRad="38100" dist="38100" dir="2700000" algn="tl">
                    <a:srgbClr val="C0C0C0"/>
                  </a:outerShdw>
                </a:effectLst>
                <a:latin typeface="Microsoft YaHei UI"/>
                <a:ea typeface="Microsoft YaHei UI"/>
              </a:rPr>
              <a:t>4</a:t>
            </a:r>
            <a:r>
              <a:rPr lang="zh-CN" altLang="en-US" sz="2400" b="1" dirty="0">
                <a:effectLst>
                  <a:outerShdw blurRad="38100" dist="38100" dir="2700000" algn="tl">
                    <a:srgbClr val="C0C0C0"/>
                  </a:outerShdw>
                </a:effectLst>
                <a:latin typeface="Microsoft YaHei UI"/>
                <a:ea typeface="Microsoft YaHei UI"/>
              </a:rPr>
              <a:t>：判断。软件工程师应当完全坚持自己独立自主的专业判断并维护其判断的声誉。</a:t>
            </a:r>
          </a:p>
          <a:p>
            <a:pPr marL="0" lvl="2" indent="0">
              <a:lnSpc>
                <a:spcPct val="150000"/>
              </a:lnSpc>
              <a:spcAft>
                <a:spcPts val="0"/>
              </a:spcAft>
              <a:buNone/>
            </a:pPr>
            <a:r>
              <a:rPr lang="zh-CN" altLang="en-US" sz="2400" b="1" dirty="0">
                <a:effectLst>
                  <a:outerShdw blurRad="38100" dist="38100" dir="2700000" algn="tl">
                    <a:srgbClr val="C0C0C0"/>
                  </a:outerShdw>
                </a:effectLst>
                <a:latin typeface="Microsoft YaHei UI"/>
                <a:ea typeface="Microsoft YaHei UI"/>
              </a:rPr>
              <a:t>原则</a:t>
            </a:r>
            <a:r>
              <a:rPr lang="en-US" altLang="zh-CN" sz="2400" b="1" dirty="0">
                <a:effectLst>
                  <a:outerShdw blurRad="38100" dist="38100" dir="2700000" algn="tl">
                    <a:srgbClr val="C0C0C0"/>
                  </a:outerShdw>
                </a:effectLst>
                <a:latin typeface="Microsoft YaHei UI"/>
                <a:ea typeface="Microsoft YaHei UI"/>
              </a:rPr>
              <a:t>5</a:t>
            </a:r>
            <a:r>
              <a:rPr lang="zh-CN" altLang="en-US" sz="2400" b="1" dirty="0">
                <a:effectLst>
                  <a:outerShdw blurRad="38100" dist="38100" dir="2700000" algn="tl">
                    <a:srgbClr val="C0C0C0"/>
                  </a:outerShdw>
                </a:effectLst>
                <a:latin typeface="Microsoft YaHei UI"/>
                <a:ea typeface="Microsoft YaHei UI"/>
              </a:rPr>
              <a:t>：管理。软件工程的管理者和领导应当通过规范的方法赞成和促进软件管理的发展与维护，并鼓励他们所领导的人员履行个人和集体的义务。</a:t>
            </a:r>
          </a:p>
          <a:p>
            <a:pPr marL="0" lvl="2" indent="0">
              <a:lnSpc>
                <a:spcPct val="150000"/>
              </a:lnSpc>
              <a:spcAft>
                <a:spcPts val="0"/>
              </a:spcAft>
              <a:buNone/>
            </a:pPr>
            <a:r>
              <a:rPr lang="zh-CN" altLang="en-US" sz="2400" b="1" dirty="0">
                <a:effectLst>
                  <a:outerShdw blurRad="38100" dist="38100" dir="2700000" algn="tl">
                    <a:srgbClr val="C0C0C0"/>
                  </a:outerShdw>
                </a:effectLst>
                <a:latin typeface="Microsoft YaHei UI"/>
                <a:ea typeface="Microsoft YaHei UI"/>
              </a:rPr>
              <a:t>原则</a:t>
            </a:r>
            <a:r>
              <a:rPr lang="en-US" altLang="zh-CN" sz="2400" b="1" dirty="0">
                <a:effectLst>
                  <a:outerShdw blurRad="38100" dist="38100" dir="2700000" algn="tl">
                    <a:srgbClr val="C0C0C0"/>
                  </a:outerShdw>
                </a:effectLst>
                <a:latin typeface="Microsoft YaHei UI"/>
                <a:ea typeface="Microsoft YaHei UI"/>
              </a:rPr>
              <a:t>6</a:t>
            </a:r>
            <a:r>
              <a:rPr lang="zh-CN" altLang="en-US" sz="2400" b="1" dirty="0">
                <a:effectLst>
                  <a:outerShdw blurRad="38100" dist="38100" dir="2700000" algn="tl">
                    <a:srgbClr val="C0C0C0"/>
                  </a:outerShdw>
                </a:effectLst>
                <a:latin typeface="Microsoft YaHei UI"/>
                <a:ea typeface="Microsoft YaHei UI"/>
              </a:rPr>
              <a:t>：职业。软件工程师应该提高他们职业的正直性和声誉，并与公众的兴趣保持一致。</a:t>
            </a:r>
          </a:p>
          <a:p>
            <a:pPr marL="0" lvl="2" indent="0">
              <a:lnSpc>
                <a:spcPct val="150000"/>
              </a:lnSpc>
              <a:spcAft>
                <a:spcPts val="0"/>
              </a:spcAft>
              <a:buNone/>
            </a:pPr>
            <a:r>
              <a:rPr lang="zh-CN" altLang="en-US" sz="2400" b="1" dirty="0">
                <a:effectLst>
                  <a:outerShdw blurRad="38100" dist="38100" dir="2700000" algn="tl">
                    <a:srgbClr val="C0C0C0"/>
                  </a:outerShdw>
                </a:effectLst>
                <a:latin typeface="Microsoft YaHei UI"/>
                <a:ea typeface="Microsoft YaHei UI"/>
              </a:rPr>
              <a:t>原则</a:t>
            </a:r>
            <a:r>
              <a:rPr lang="en-US" altLang="zh-CN" sz="2400" b="1" dirty="0">
                <a:effectLst>
                  <a:outerShdw blurRad="38100" dist="38100" dir="2700000" algn="tl">
                    <a:srgbClr val="C0C0C0"/>
                  </a:outerShdw>
                </a:effectLst>
                <a:latin typeface="Microsoft YaHei UI"/>
                <a:ea typeface="Microsoft YaHei UI"/>
              </a:rPr>
              <a:t>7</a:t>
            </a:r>
            <a:r>
              <a:rPr lang="zh-CN" altLang="en-US" sz="2400" b="1" dirty="0">
                <a:effectLst>
                  <a:outerShdw blurRad="38100" dist="38100" dir="2700000" algn="tl">
                    <a:srgbClr val="C0C0C0"/>
                  </a:outerShdw>
                </a:effectLst>
                <a:latin typeface="Microsoft YaHei UI"/>
                <a:ea typeface="Microsoft YaHei UI"/>
              </a:rPr>
              <a:t>：同事。软件工程师应该公平合理地对待他们的同事，并应该采取积极的步骤支持社团的活动。</a:t>
            </a:r>
            <a:endParaRPr lang="zh-CN" altLang="en-US" b="1" dirty="0">
              <a:effectLst>
                <a:outerShdw blurRad="38100" dist="38100" dir="2700000" algn="tl">
                  <a:srgbClr val="C0C0C0"/>
                </a:outerShdw>
              </a:effectLst>
              <a:latin typeface="Microsoft YaHei UI"/>
              <a:ea typeface="Microsoft YaHei UI"/>
            </a:endParaRPr>
          </a:p>
        </p:txBody>
      </p:sp>
    </p:spTree>
    <p:extLst>
      <p:ext uri="{BB962C8B-B14F-4D97-AF65-F5344CB8AC3E}">
        <p14:creationId xmlns:p14="http://schemas.microsoft.com/office/powerpoint/2010/main" val="3918458168"/>
      </p:ext>
    </p:extLst>
  </p:cSld>
  <p:clrMapOvr>
    <a:masterClrMapping/>
  </p:clrMapOvr>
  <p:transition spd="slow">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15.2.4  </a:t>
            </a:r>
            <a:r>
              <a:rPr altLang="en-US" sz="3200" b="1">
                <a:solidFill>
                  <a:schemeClr val="bg1"/>
                </a:solidFill>
                <a:effectLst>
                  <a:outerShdw blurRad="38100" dist="38100" dir="2700000" algn="tl">
                    <a:srgbClr val="C0C0C0"/>
                  </a:outerShdw>
                </a:effectLst>
                <a:latin typeface="Microsoft YaHei UI"/>
                <a:ea typeface="Microsoft YaHei UI"/>
              </a:rPr>
              <a:t>职业和道德责任</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lvl="2" indent="0">
              <a:lnSpc>
                <a:spcPct val="150000"/>
              </a:lnSpc>
              <a:spcAft>
                <a:spcPts val="1200"/>
              </a:spcAft>
              <a:buNone/>
            </a:pPr>
            <a:r>
              <a:rPr lang="zh-CN" altLang="en-US" sz="2400" b="1" dirty="0">
                <a:effectLst>
                  <a:outerShdw blurRad="38100" dist="38100" dir="2700000" algn="tl">
                    <a:srgbClr val="C0C0C0"/>
                  </a:outerShdw>
                </a:effectLst>
                <a:latin typeface="Microsoft YaHei UI"/>
                <a:ea typeface="Microsoft YaHei UI"/>
              </a:rPr>
              <a:t>原则</a:t>
            </a:r>
            <a:r>
              <a:rPr lang="en-US" altLang="zh-CN" sz="2400" b="1" dirty="0">
                <a:effectLst>
                  <a:outerShdw blurRad="38100" dist="38100" dir="2700000" algn="tl">
                    <a:srgbClr val="C0C0C0"/>
                  </a:outerShdw>
                </a:effectLst>
                <a:latin typeface="Microsoft YaHei UI"/>
                <a:ea typeface="Microsoft YaHei UI"/>
              </a:rPr>
              <a:t>8</a:t>
            </a:r>
            <a:r>
              <a:rPr lang="zh-CN" altLang="en-US" sz="2400" b="1" dirty="0">
                <a:effectLst>
                  <a:outerShdw blurRad="38100" dist="38100" dir="2700000" algn="tl">
                    <a:srgbClr val="C0C0C0"/>
                  </a:outerShdw>
                </a:effectLst>
                <a:latin typeface="Microsoft YaHei UI"/>
                <a:ea typeface="Microsoft YaHei UI"/>
              </a:rPr>
              <a:t>：自身。软件工程师应当在他们的整个职业生涯中，积极参与有关职业规范的学习，努力提高从事自己的职业所应该具有的能力，以推进职业规范的发展。</a:t>
            </a:r>
          </a:p>
          <a:p>
            <a:pPr marL="0" lvl="1" indent="0">
              <a:lnSpc>
                <a:spcPct val="150000"/>
              </a:lnSpc>
              <a:spcAft>
                <a:spcPts val="1200"/>
              </a:spcAft>
              <a:buNone/>
            </a:pPr>
            <a:r>
              <a:rPr lang="zh-CN" altLang="en-US" b="1" dirty="0">
                <a:effectLst>
                  <a:outerShdw blurRad="38100" dist="38100" dir="2700000" algn="tl">
                    <a:srgbClr val="C0C0C0"/>
                  </a:outerShdw>
                </a:effectLst>
                <a:latin typeface="Microsoft YaHei UI"/>
                <a:ea typeface="Microsoft YaHei UI"/>
              </a:rPr>
              <a:t>另外，在软件开发的过程中，软件工程师及工程管理人员不可避免地会在某些与工程相关的事务上产生冲突。为了减少和妥善地处理这些冲突，软件工程师和工程管理人员就应该以某种符合道德的方式行事。</a:t>
            </a:r>
          </a:p>
        </p:txBody>
      </p:sp>
    </p:spTree>
    <p:extLst>
      <p:ext uri="{BB962C8B-B14F-4D97-AF65-F5344CB8AC3E}">
        <p14:creationId xmlns:p14="http://schemas.microsoft.com/office/powerpoint/2010/main" val="1110434629"/>
      </p:ext>
    </p:extLst>
  </p:cSld>
  <p:clrMapOvr>
    <a:masterClrMapping/>
  </p:clrMapOvr>
  <p:transition spd="slow">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15.2.4  </a:t>
            </a:r>
            <a:r>
              <a:rPr altLang="en-US" sz="3200" b="1">
                <a:solidFill>
                  <a:schemeClr val="bg1"/>
                </a:solidFill>
                <a:effectLst>
                  <a:outerShdw blurRad="38100" dist="38100" dir="2700000" algn="tl">
                    <a:srgbClr val="C0C0C0"/>
                  </a:outerShdw>
                </a:effectLst>
                <a:latin typeface="Microsoft YaHei UI"/>
                <a:ea typeface="Microsoft YaHei UI"/>
              </a:rPr>
              <a:t>职业和道德责任</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lvl="1" indent="0">
              <a:lnSpc>
                <a:spcPct val="150000"/>
              </a:lnSpc>
              <a:spcBef>
                <a:spcPts val="600"/>
              </a:spcBef>
              <a:spcAft>
                <a:spcPts val="0"/>
              </a:spcAft>
              <a:buNone/>
            </a:pPr>
            <a:r>
              <a:rPr lang="en-US" altLang="zh-CN" b="1" dirty="0">
                <a:effectLst>
                  <a:outerShdw blurRad="38100" dist="38100" dir="2700000" algn="tl">
                    <a:srgbClr val="C0C0C0"/>
                  </a:outerShdw>
                </a:effectLst>
                <a:latin typeface="Microsoft YaHei UI"/>
                <a:ea typeface="Microsoft YaHei UI"/>
              </a:rPr>
              <a:t>1996</a:t>
            </a:r>
            <a:r>
              <a:rPr lang="zh-CN" altLang="en-US" b="1" dirty="0">
                <a:effectLst>
                  <a:outerShdw blurRad="38100" dist="38100" dir="2700000" algn="tl">
                    <a:srgbClr val="C0C0C0"/>
                  </a:outerShdw>
                </a:effectLst>
                <a:latin typeface="Microsoft YaHei UI"/>
                <a:ea typeface="Microsoft YaHei UI"/>
              </a:rPr>
              <a:t>年</a:t>
            </a:r>
            <a:r>
              <a:rPr lang="en-US" altLang="zh-CN" b="1" dirty="0">
                <a:effectLst>
                  <a:outerShdw blurRad="38100" dist="38100" dir="2700000" algn="tl">
                    <a:srgbClr val="C0C0C0"/>
                  </a:outerShdw>
                </a:effectLst>
                <a:latin typeface="Microsoft YaHei UI"/>
                <a:ea typeface="Microsoft YaHei UI"/>
              </a:rPr>
              <a:t>11</a:t>
            </a:r>
            <a:r>
              <a:rPr lang="zh-CN" altLang="en-US" b="1" dirty="0">
                <a:effectLst>
                  <a:outerShdw blurRad="38100" dist="38100" dir="2700000" algn="tl">
                    <a:srgbClr val="C0C0C0"/>
                  </a:outerShdw>
                </a:effectLst>
                <a:latin typeface="Microsoft YaHei UI"/>
                <a:ea typeface="Microsoft YaHei UI"/>
              </a:rPr>
              <a:t>月，</a:t>
            </a:r>
            <a:r>
              <a:rPr lang="en-US" altLang="zh-CN" b="1" dirty="0">
                <a:effectLst>
                  <a:outerShdw blurRad="38100" dist="38100" dir="2700000" algn="tl">
                    <a:srgbClr val="C0C0C0"/>
                  </a:outerShdw>
                </a:effectLst>
                <a:latin typeface="Microsoft YaHei UI"/>
                <a:ea typeface="Microsoft YaHei UI"/>
              </a:rPr>
              <a:t>IEEE</a:t>
            </a:r>
            <a:r>
              <a:rPr lang="zh-CN" altLang="en-US" b="1" dirty="0">
                <a:effectLst>
                  <a:outerShdw blurRad="38100" dist="38100" dir="2700000" algn="tl">
                    <a:srgbClr val="C0C0C0"/>
                  </a:outerShdw>
                </a:effectLst>
                <a:latin typeface="Microsoft YaHei UI"/>
                <a:ea typeface="Microsoft YaHei UI"/>
              </a:rPr>
              <a:t>道德规范委员会指定并批准了</a:t>
            </a:r>
            <a:r>
              <a:rPr lang="en-US" altLang="zh-CN" b="1" dirty="0">
                <a:effectLst>
                  <a:outerShdw blurRad="38100" dist="38100" dir="2700000" algn="tl">
                    <a:srgbClr val="C0C0C0"/>
                  </a:outerShdw>
                </a:effectLst>
                <a:latin typeface="Microsoft YaHei UI"/>
                <a:ea typeface="Microsoft YaHei UI"/>
              </a:rPr>
              <a:t>《</a:t>
            </a:r>
            <a:r>
              <a:rPr lang="zh-CN" altLang="en-US" b="1" dirty="0">
                <a:effectLst>
                  <a:outerShdw blurRad="38100" dist="38100" dir="2700000" algn="tl">
                    <a:srgbClr val="C0C0C0"/>
                  </a:outerShdw>
                </a:effectLst>
                <a:latin typeface="Microsoft YaHei UI"/>
                <a:ea typeface="Microsoft YaHei UI"/>
              </a:rPr>
              <a:t>工程师基于道德基础提出异议的指导方针草案</a:t>
            </a:r>
            <a:r>
              <a:rPr lang="en-US" altLang="zh-CN" b="1" dirty="0">
                <a:effectLst>
                  <a:outerShdw blurRad="38100" dist="38100" dir="2700000" algn="tl">
                    <a:srgbClr val="C0C0C0"/>
                  </a:outerShdw>
                </a:effectLst>
                <a:latin typeface="Microsoft YaHei UI"/>
                <a:ea typeface="Microsoft YaHei UI"/>
              </a:rPr>
              <a:t>》</a:t>
            </a:r>
            <a:r>
              <a:rPr lang="zh-CN" altLang="en-US" b="1" dirty="0">
                <a:effectLst>
                  <a:outerShdw blurRad="38100" dist="38100" dir="2700000" algn="tl">
                    <a:srgbClr val="C0C0C0"/>
                  </a:outerShdw>
                </a:effectLst>
                <a:latin typeface="Microsoft YaHei UI"/>
                <a:ea typeface="Microsoft YaHei UI"/>
              </a:rPr>
              <a:t>，草案提出了九条指导方针：</a:t>
            </a:r>
          </a:p>
          <a:p>
            <a:pPr marL="457200" lvl="2" indent="0">
              <a:lnSpc>
                <a:spcPct val="150000"/>
              </a:lnSpc>
              <a:spcBef>
                <a:spcPts val="600"/>
              </a:spcBef>
              <a:spcAft>
                <a:spcPts val="0"/>
              </a:spcAft>
              <a:buNone/>
            </a:pPr>
            <a:r>
              <a:rPr lang="en-US" altLang="zh-CN" b="1" dirty="0">
                <a:effectLst>
                  <a:outerShdw blurRad="38100" dist="38100" dir="2700000" algn="tl">
                    <a:srgbClr val="C0C0C0"/>
                  </a:outerShdw>
                </a:effectLst>
                <a:latin typeface="Microsoft YaHei UI"/>
                <a:ea typeface="Microsoft YaHei UI"/>
              </a:rPr>
              <a:t>1</a:t>
            </a:r>
            <a:r>
              <a:rPr lang="zh-CN" altLang="en-US" b="1" dirty="0">
                <a:effectLst>
                  <a:outerShdw blurRad="38100" dist="38100" dir="2700000" algn="tl">
                    <a:srgbClr val="C0C0C0"/>
                  </a:outerShdw>
                </a:effectLst>
                <a:latin typeface="Microsoft YaHei UI"/>
                <a:ea typeface="Microsoft YaHei UI"/>
              </a:rPr>
              <a:t>）确立清晰的技术基础：尽量弄清事实，充分理解技术上的不同观点，而且一旦证实对方的观点是正确的，就要毫不犹豫地接受。</a:t>
            </a:r>
          </a:p>
          <a:p>
            <a:pPr marL="457200" lvl="2" indent="0">
              <a:lnSpc>
                <a:spcPct val="150000"/>
              </a:lnSpc>
              <a:spcBef>
                <a:spcPts val="600"/>
              </a:spcBef>
              <a:spcAft>
                <a:spcPts val="0"/>
              </a:spcAft>
              <a:buNone/>
            </a:pPr>
            <a:r>
              <a:rPr lang="en-US" altLang="zh-CN" b="1" dirty="0">
                <a:effectLst>
                  <a:outerShdw blurRad="38100" dist="38100" dir="2700000" algn="tl">
                    <a:srgbClr val="C0C0C0"/>
                  </a:outerShdw>
                </a:effectLst>
                <a:latin typeface="Microsoft YaHei UI"/>
                <a:ea typeface="Microsoft YaHei UI"/>
              </a:rPr>
              <a:t>2</a:t>
            </a:r>
            <a:r>
              <a:rPr lang="zh-CN" altLang="en-US" b="1" dirty="0">
                <a:effectLst>
                  <a:outerShdw blurRad="38100" dist="38100" dir="2700000" algn="tl">
                    <a:srgbClr val="C0C0C0"/>
                  </a:outerShdw>
                </a:effectLst>
                <a:latin typeface="Microsoft YaHei UI"/>
                <a:ea typeface="Microsoft YaHei UI"/>
              </a:rPr>
              <a:t>）使自己的观点具有较高的职业水准，尽量使其客观和不带有个人感情色彩，避免涉及无关的事务和感情冲动。</a:t>
            </a:r>
          </a:p>
          <a:p>
            <a:pPr marL="457200" lvl="2" indent="0">
              <a:lnSpc>
                <a:spcPct val="150000"/>
              </a:lnSpc>
              <a:spcBef>
                <a:spcPts val="600"/>
              </a:spcBef>
              <a:spcAft>
                <a:spcPts val="0"/>
              </a:spcAft>
              <a:buNone/>
            </a:pPr>
            <a:r>
              <a:rPr lang="en-US" altLang="zh-CN" b="1" dirty="0">
                <a:effectLst>
                  <a:outerShdw blurRad="38100" dist="38100" dir="2700000" algn="tl">
                    <a:srgbClr val="C0C0C0"/>
                  </a:outerShdw>
                </a:effectLst>
                <a:latin typeface="Microsoft YaHei UI"/>
                <a:ea typeface="Microsoft YaHei UI"/>
              </a:rPr>
              <a:t>3</a:t>
            </a:r>
            <a:r>
              <a:rPr lang="zh-CN" altLang="en-US" b="1" dirty="0">
                <a:effectLst>
                  <a:outerShdw blurRad="38100" dist="38100" dir="2700000" algn="tl">
                    <a:srgbClr val="C0C0C0"/>
                  </a:outerShdw>
                </a:effectLst>
                <a:latin typeface="Microsoft YaHei UI"/>
                <a:ea typeface="Microsoft YaHei UI"/>
              </a:rPr>
              <a:t>）及早发现问题，尽量在最低层的管理部门解决问题。</a:t>
            </a:r>
          </a:p>
          <a:p>
            <a:pPr marL="457200" lvl="2" indent="0">
              <a:lnSpc>
                <a:spcPct val="150000"/>
              </a:lnSpc>
              <a:spcBef>
                <a:spcPts val="600"/>
              </a:spcBef>
              <a:spcAft>
                <a:spcPts val="0"/>
              </a:spcAft>
              <a:buNone/>
            </a:pPr>
            <a:r>
              <a:rPr lang="en-US" altLang="zh-CN" b="1" dirty="0">
                <a:effectLst>
                  <a:outerShdw blurRad="38100" dist="38100" dir="2700000" algn="tl">
                    <a:srgbClr val="C0C0C0"/>
                  </a:outerShdw>
                </a:effectLst>
                <a:latin typeface="Microsoft YaHei UI"/>
                <a:ea typeface="Microsoft YaHei UI"/>
              </a:rPr>
              <a:t>4</a:t>
            </a:r>
            <a:r>
              <a:rPr lang="zh-CN" altLang="en-US" b="1" dirty="0">
                <a:effectLst>
                  <a:outerShdw blurRad="38100" dist="38100" dir="2700000" algn="tl">
                    <a:srgbClr val="C0C0C0"/>
                  </a:outerShdw>
                </a:effectLst>
                <a:latin typeface="Microsoft YaHei UI"/>
                <a:ea typeface="Microsoft YaHei UI"/>
              </a:rPr>
              <a:t>）在因为某事务而决定单干之前，要确保该事务足够重要，值得为此冒险。</a:t>
            </a:r>
          </a:p>
          <a:p>
            <a:pPr marL="457200" lvl="2" indent="0">
              <a:lnSpc>
                <a:spcPct val="150000"/>
              </a:lnSpc>
              <a:spcBef>
                <a:spcPts val="600"/>
              </a:spcBef>
              <a:spcAft>
                <a:spcPts val="0"/>
              </a:spcAft>
              <a:buNone/>
            </a:pPr>
            <a:r>
              <a:rPr lang="en-US" altLang="zh-CN" b="1" dirty="0">
                <a:effectLst>
                  <a:outerShdw blurRad="38100" dist="38100" dir="2700000" algn="tl">
                    <a:srgbClr val="C0C0C0"/>
                  </a:outerShdw>
                </a:effectLst>
                <a:latin typeface="Microsoft YaHei UI"/>
                <a:ea typeface="Microsoft YaHei UI"/>
              </a:rPr>
              <a:t>5</a:t>
            </a:r>
            <a:r>
              <a:rPr lang="zh-CN" altLang="en-US" b="1" dirty="0">
                <a:effectLst>
                  <a:outerShdw blurRad="38100" dist="38100" dir="2700000" algn="tl">
                    <a:srgbClr val="C0C0C0"/>
                  </a:outerShdw>
                </a:effectLst>
                <a:latin typeface="Microsoft YaHei UI"/>
                <a:ea typeface="Microsoft YaHei UI"/>
              </a:rPr>
              <a:t>）利用组织的争端裁决机制解决问题。</a:t>
            </a:r>
          </a:p>
        </p:txBody>
      </p:sp>
    </p:spTree>
    <p:extLst>
      <p:ext uri="{BB962C8B-B14F-4D97-AF65-F5344CB8AC3E}">
        <p14:creationId xmlns:p14="http://schemas.microsoft.com/office/powerpoint/2010/main" val="3693274352"/>
      </p:ext>
    </p:extLst>
  </p:cSld>
  <p:clrMapOvr>
    <a:masterClrMapping/>
  </p:clrMapOvr>
  <p:transition spd="slow">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15.2.4  </a:t>
            </a:r>
            <a:r>
              <a:rPr altLang="en-US" sz="3200" b="1">
                <a:solidFill>
                  <a:schemeClr val="bg1"/>
                </a:solidFill>
                <a:effectLst>
                  <a:outerShdw blurRad="38100" dist="38100" dir="2700000" algn="tl">
                    <a:srgbClr val="C0C0C0"/>
                  </a:outerShdw>
                </a:effectLst>
                <a:latin typeface="Microsoft YaHei UI"/>
                <a:ea typeface="Microsoft YaHei UI"/>
              </a:rPr>
              <a:t>职业和道德责任</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457200" lvl="2" indent="0">
              <a:lnSpc>
                <a:spcPct val="150000"/>
              </a:lnSpc>
              <a:spcBef>
                <a:spcPts val="600"/>
              </a:spcBef>
              <a:spcAft>
                <a:spcPts val="0"/>
              </a:spcAft>
              <a:buNone/>
            </a:pPr>
            <a:r>
              <a:rPr lang="en-US" altLang="zh-CN" b="1" dirty="0">
                <a:effectLst>
                  <a:outerShdw blurRad="38100" dist="38100" dir="2700000" algn="tl">
                    <a:srgbClr val="C0C0C0"/>
                  </a:outerShdw>
                </a:effectLst>
                <a:latin typeface="Microsoft YaHei UI"/>
                <a:ea typeface="Microsoft YaHei UI"/>
              </a:rPr>
              <a:t>6</a:t>
            </a:r>
            <a:r>
              <a:rPr lang="zh-CN" altLang="en-US" b="1" dirty="0">
                <a:effectLst>
                  <a:outerShdw blurRad="38100" dist="38100" dir="2700000" algn="tl">
                    <a:srgbClr val="C0C0C0"/>
                  </a:outerShdw>
                </a:effectLst>
                <a:latin typeface="Microsoft YaHei UI"/>
                <a:ea typeface="Microsoft YaHei UI"/>
              </a:rPr>
              <a:t>）保留记录，收集文件。当认识到自己处境严峻的时候，应着手制作日志，记录自己采取的每一项措施及其时间，并备份重要文件，防止突发事件。</a:t>
            </a:r>
          </a:p>
          <a:p>
            <a:pPr marL="457200" lvl="2" indent="0">
              <a:lnSpc>
                <a:spcPct val="150000"/>
              </a:lnSpc>
              <a:spcBef>
                <a:spcPts val="600"/>
              </a:spcBef>
              <a:spcAft>
                <a:spcPts val="0"/>
              </a:spcAft>
              <a:buNone/>
            </a:pPr>
            <a:r>
              <a:rPr lang="en-US" altLang="zh-CN" b="1" dirty="0">
                <a:effectLst>
                  <a:outerShdw blurRad="38100" dist="38100" dir="2700000" algn="tl">
                    <a:srgbClr val="C0C0C0"/>
                  </a:outerShdw>
                </a:effectLst>
                <a:latin typeface="Microsoft YaHei UI"/>
                <a:ea typeface="Microsoft YaHei UI"/>
              </a:rPr>
              <a:t>7</a:t>
            </a:r>
            <a:r>
              <a:rPr lang="zh-CN" altLang="en-US" b="1" dirty="0">
                <a:effectLst>
                  <a:outerShdw blurRad="38100" dist="38100" dir="2700000" algn="tl">
                    <a:srgbClr val="C0C0C0"/>
                  </a:outerShdw>
                </a:effectLst>
                <a:latin typeface="Microsoft YaHei UI"/>
                <a:ea typeface="Microsoft YaHei UI"/>
              </a:rPr>
              <a:t>）辞职：当在组织内无法化解冲突的时候，要考虑自己是去还是留。选择辞职既有好处也有缺点，作出决定之前要慎重考虑。</a:t>
            </a:r>
          </a:p>
          <a:p>
            <a:pPr marL="457200" lvl="2" indent="0">
              <a:lnSpc>
                <a:spcPct val="150000"/>
              </a:lnSpc>
              <a:spcBef>
                <a:spcPts val="600"/>
              </a:spcBef>
              <a:spcAft>
                <a:spcPts val="0"/>
              </a:spcAft>
              <a:buNone/>
            </a:pPr>
            <a:r>
              <a:rPr lang="en-US" altLang="zh-CN" b="1" dirty="0">
                <a:effectLst>
                  <a:outerShdw blurRad="38100" dist="38100" dir="2700000" algn="tl">
                    <a:srgbClr val="C0C0C0"/>
                  </a:outerShdw>
                </a:effectLst>
                <a:latin typeface="Microsoft YaHei UI"/>
                <a:ea typeface="Microsoft YaHei UI"/>
              </a:rPr>
              <a:t>8</a:t>
            </a:r>
            <a:r>
              <a:rPr lang="zh-CN" altLang="en-US" b="1" dirty="0">
                <a:effectLst>
                  <a:outerShdw blurRad="38100" dist="38100" dir="2700000" algn="tl">
                    <a:srgbClr val="C0C0C0"/>
                  </a:outerShdw>
                </a:effectLst>
                <a:latin typeface="Microsoft YaHei UI"/>
                <a:ea typeface="Microsoft YaHei UI"/>
              </a:rPr>
              <a:t>）匿名：工程师在认识到组织内部存在严重危害，而且公开提请组织的注意可能会招致有关人员超出其限度的强烈反应时，对该问题的反映可以考虑采用匿名报告的形式。</a:t>
            </a:r>
          </a:p>
          <a:p>
            <a:pPr marL="457200" lvl="2" indent="0">
              <a:lnSpc>
                <a:spcPct val="150000"/>
              </a:lnSpc>
              <a:spcBef>
                <a:spcPts val="600"/>
              </a:spcBef>
              <a:spcAft>
                <a:spcPts val="0"/>
              </a:spcAft>
              <a:buNone/>
            </a:pPr>
            <a:r>
              <a:rPr lang="en-US" altLang="zh-CN" b="1" dirty="0">
                <a:effectLst>
                  <a:outerShdw blurRad="38100" dist="38100" dir="2700000" algn="tl">
                    <a:srgbClr val="C0C0C0"/>
                  </a:outerShdw>
                </a:effectLst>
                <a:latin typeface="Microsoft YaHei UI"/>
                <a:ea typeface="Microsoft YaHei UI"/>
              </a:rPr>
              <a:t>9</a:t>
            </a:r>
            <a:r>
              <a:rPr lang="zh-CN" altLang="en-US" b="1" dirty="0">
                <a:effectLst>
                  <a:outerShdw blurRad="38100" dist="38100" dir="2700000" algn="tl">
                    <a:srgbClr val="C0C0C0"/>
                  </a:outerShdw>
                </a:effectLst>
                <a:latin typeface="Microsoft YaHei UI"/>
                <a:ea typeface="Microsoft YaHei UI"/>
              </a:rPr>
              <a:t>）外部介入：组织内部化解冲突的努力失败后，如果工程人员决定让外界人员或机构介入该事件，那么不管他是否决定辞职，都必须认真考虑让谁介入。可能的选择有：执法机关、政府官员、立法人员或公共利益组织等。</a:t>
            </a:r>
          </a:p>
        </p:txBody>
      </p:sp>
    </p:spTree>
  </p:cSld>
  <p:clrMapOvr>
    <a:masterClrMapping/>
  </p:clrMapOvr>
  <p:transition spd="slow">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15.3  </a:t>
            </a:r>
            <a:r>
              <a:rPr altLang="en-US" sz="3200" b="1">
                <a:solidFill>
                  <a:schemeClr val="bg1"/>
                </a:solidFill>
                <a:effectLst>
                  <a:outerShdw blurRad="38100" dist="38100" dir="2700000" algn="tl">
                    <a:srgbClr val="C0C0C0"/>
                  </a:outerShdw>
                </a:effectLst>
                <a:latin typeface="Microsoft YaHei UI"/>
                <a:ea typeface="Microsoft YaHei UI"/>
              </a:rPr>
              <a:t>计算机犯罪与立法</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Bef>
                <a:spcPts val="600"/>
              </a:spcBef>
              <a:spcAft>
                <a:spcPts val="0"/>
              </a:spcAft>
              <a:buFont typeface="Arial" charset="0"/>
              <a:buNone/>
            </a:pPr>
            <a:r>
              <a:rPr altLang="en-US" sz="2400" b="1" dirty="0">
                <a:effectLst>
                  <a:outerShdw blurRad="38100" dist="38100" dir="2700000" algn="tl">
                    <a:srgbClr val="C0C0C0"/>
                  </a:outerShdw>
                </a:effectLst>
                <a:latin typeface="Microsoft YaHei UI"/>
                <a:ea typeface="Microsoft YaHei UI"/>
              </a:rPr>
              <a:t>计算机犯罪的概念是</a:t>
            </a:r>
            <a:r>
              <a:rPr lang="en-US" altLang="zh-CN" sz="2400" b="1" dirty="0">
                <a:effectLst>
                  <a:outerShdw blurRad="38100" dist="38100" dir="2700000" algn="tl">
                    <a:srgbClr val="C0C0C0"/>
                  </a:outerShdw>
                </a:effectLst>
                <a:latin typeface="Microsoft YaHei UI"/>
                <a:ea typeface="Microsoft YaHei UI"/>
              </a:rPr>
              <a:t>20</a:t>
            </a:r>
            <a:r>
              <a:rPr altLang="en-US" sz="2400" b="1" dirty="0">
                <a:effectLst>
                  <a:outerShdw blurRad="38100" dist="38100" dir="2700000" algn="tl">
                    <a:srgbClr val="C0C0C0"/>
                  </a:outerShdw>
                </a:effectLst>
                <a:latin typeface="Microsoft YaHei UI"/>
                <a:ea typeface="Microsoft YaHei UI"/>
              </a:rPr>
              <a:t>世纪</a:t>
            </a:r>
            <a:r>
              <a:rPr lang="en-US" altLang="zh-CN" sz="2400" b="1" dirty="0">
                <a:effectLst>
                  <a:outerShdw blurRad="38100" dist="38100" dir="2700000" algn="tl">
                    <a:srgbClr val="C0C0C0"/>
                  </a:outerShdw>
                </a:effectLst>
                <a:latin typeface="Microsoft YaHei UI"/>
                <a:ea typeface="Microsoft YaHei UI"/>
              </a:rPr>
              <a:t>50</a:t>
            </a:r>
            <a:r>
              <a:rPr altLang="en-US" sz="2400" b="1" dirty="0">
                <a:effectLst>
                  <a:outerShdw blurRad="38100" dist="38100" dir="2700000" algn="tl">
                    <a:srgbClr val="C0C0C0"/>
                  </a:outerShdw>
                </a:effectLst>
                <a:latin typeface="Microsoft YaHei UI"/>
                <a:ea typeface="Microsoft YaHei UI"/>
              </a:rPr>
              <a:t>、</a:t>
            </a:r>
            <a:r>
              <a:rPr lang="en-US" altLang="zh-CN" sz="2400" b="1" dirty="0">
                <a:effectLst>
                  <a:outerShdw blurRad="38100" dist="38100" dir="2700000" algn="tl">
                    <a:srgbClr val="C0C0C0"/>
                  </a:outerShdw>
                </a:effectLst>
                <a:latin typeface="Microsoft YaHei UI"/>
                <a:ea typeface="Microsoft YaHei UI"/>
              </a:rPr>
              <a:t>60</a:t>
            </a:r>
            <a:r>
              <a:rPr altLang="en-US" sz="2400" b="1" dirty="0">
                <a:effectLst>
                  <a:outerShdw blurRad="38100" dist="38100" dir="2700000" algn="tl">
                    <a:srgbClr val="C0C0C0"/>
                  </a:outerShdw>
                </a:effectLst>
                <a:latin typeface="Microsoft YaHei UI"/>
                <a:ea typeface="Microsoft YaHei UI"/>
              </a:rPr>
              <a:t>年代在美国等信息科学技术比较发达的国家首先提出的。国内外对计算机犯罪的定义都不尽相同。美国司法部从法律和计算机技术的角度将计算机犯罪定义为：因计算机技术和知识起了基本作用而产生的非法行为。欧洲经济合作与发展组织的定义是：在自动数据处理过程中，任何非法的、违反职业道德的、未经批准的行为都是计算机犯罪行为。</a:t>
            </a:r>
          </a:p>
          <a:p>
            <a:pPr marL="0" indent="0">
              <a:lnSpc>
                <a:spcPct val="150000"/>
              </a:lnSpc>
              <a:spcBef>
                <a:spcPts val="600"/>
              </a:spcBef>
              <a:spcAft>
                <a:spcPts val="0"/>
              </a:spcAft>
              <a:buFont typeface="Arial" charset="0"/>
              <a:buNone/>
            </a:pPr>
            <a:r>
              <a:rPr altLang="en-US" sz="2400" b="1" dirty="0">
                <a:effectLst>
                  <a:outerShdw blurRad="38100" dist="38100" dir="2700000" algn="tl">
                    <a:srgbClr val="C0C0C0"/>
                  </a:outerShdw>
                </a:effectLst>
                <a:latin typeface="Microsoft YaHei UI"/>
                <a:ea typeface="Microsoft YaHei UI"/>
              </a:rPr>
              <a:t>一般来说，计算机犯罪可以分为两大类：使用了计算机和网络新技术的传统犯罪和计算机与网络环境下的新型犯罪。前者例如网络诈骗和勒索、侵犯知识产权、网络间谍、泄露国家秘密以及从事反动或色情等非法活动等，后者比如未经授权非法使用计算机、破坏计算机信息系统、发布恶意计算机程序等。</a:t>
            </a:r>
          </a:p>
        </p:txBody>
      </p:sp>
    </p:spTree>
    <p:extLst>
      <p:ext uri="{BB962C8B-B14F-4D97-AF65-F5344CB8AC3E}">
        <p14:creationId xmlns:p14="http://schemas.microsoft.com/office/powerpoint/2010/main" val="414738395"/>
      </p:ext>
    </p:extLst>
  </p:cSld>
  <p:clrMapOvr>
    <a:masterClrMapping/>
  </p:clrMapOvr>
  <p:transition spd="slow">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15.3  </a:t>
            </a:r>
            <a:r>
              <a:rPr altLang="en-US" sz="3200" b="1">
                <a:solidFill>
                  <a:schemeClr val="bg1"/>
                </a:solidFill>
                <a:effectLst>
                  <a:outerShdw blurRad="38100" dist="38100" dir="2700000" algn="tl">
                    <a:srgbClr val="C0C0C0"/>
                  </a:outerShdw>
                </a:effectLst>
                <a:latin typeface="Microsoft YaHei UI"/>
                <a:ea typeface="Microsoft YaHei UI"/>
              </a:rPr>
              <a:t>计算机犯罪与立法</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我国刑法认定的几类计算机犯罪包括：</a:t>
            </a:r>
          </a:p>
          <a:p>
            <a:pPr marL="457200" lvl="1" indent="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1</a:t>
            </a:r>
            <a:r>
              <a:rPr altLang="en-US" sz="2000" b="1" dirty="0">
                <a:effectLst>
                  <a:outerShdw blurRad="38100" dist="38100" dir="2700000" algn="tl">
                    <a:srgbClr val="C0C0C0"/>
                  </a:outerShdw>
                </a:effectLst>
                <a:latin typeface="Microsoft YaHei UI"/>
                <a:ea typeface="Microsoft YaHei UI"/>
              </a:rPr>
              <a:t>）违反国家规定，侵入国家事务、国防建设、尖端科学技术领域的计算机信息系统的行为。</a:t>
            </a:r>
          </a:p>
          <a:p>
            <a:pPr marL="457200" lvl="1" indent="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2</a:t>
            </a:r>
            <a:r>
              <a:rPr altLang="en-US" sz="2000" b="1" dirty="0">
                <a:effectLst>
                  <a:outerShdw blurRad="38100" dist="38100" dir="2700000" algn="tl">
                    <a:srgbClr val="C0C0C0"/>
                  </a:outerShdw>
                </a:effectLst>
                <a:latin typeface="Microsoft YaHei UI"/>
                <a:ea typeface="Microsoft YaHei UI"/>
              </a:rPr>
              <a:t>）违反国家规定，对计算机信息系统功能进行删除、修改、增加、干扰造成计算机信息系统不能正常运行，后果严重的行为。</a:t>
            </a:r>
          </a:p>
          <a:p>
            <a:pPr marL="457200" lvl="1" indent="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3</a:t>
            </a:r>
            <a:r>
              <a:rPr altLang="en-US" sz="2000" b="1" dirty="0">
                <a:effectLst>
                  <a:outerShdw blurRad="38100" dist="38100" dir="2700000" algn="tl">
                    <a:srgbClr val="C0C0C0"/>
                  </a:outerShdw>
                </a:effectLst>
                <a:latin typeface="Microsoft YaHei UI"/>
                <a:ea typeface="Microsoft YaHei UI"/>
              </a:rPr>
              <a:t>）违反国家规定，对计算机信息系统中存储、处理或者传输的数据和应用程序进行删除、修改、增加的操作，后果严重的。</a:t>
            </a:r>
          </a:p>
          <a:p>
            <a:pPr marL="457200" lvl="1" indent="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4</a:t>
            </a:r>
            <a:r>
              <a:rPr altLang="en-US" sz="2000" b="1" dirty="0">
                <a:effectLst>
                  <a:outerShdw blurRad="38100" dist="38100" dir="2700000" algn="tl">
                    <a:srgbClr val="C0C0C0"/>
                  </a:outerShdw>
                </a:effectLst>
                <a:latin typeface="Microsoft YaHei UI"/>
                <a:ea typeface="Microsoft YaHei UI"/>
              </a:rPr>
              <a:t>）故意制作、传播计算机病毒等破坏性程序，影响计算机系统正常运行，后果严重的行为。这几种行为基本上包括了国内外出现的各种主要的计算机犯罪。</a:t>
            </a:r>
          </a:p>
        </p:txBody>
      </p:sp>
    </p:spTree>
    <p:extLst>
      <p:ext uri="{BB962C8B-B14F-4D97-AF65-F5344CB8AC3E}">
        <p14:creationId xmlns:p14="http://schemas.microsoft.com/office/powerpoint/2010/main" val="3643447719"/>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04838" y="0"/>
            <a:ext cx="10748962" cy="1208088"/>
          </a:xfrm>
        </p:spPr>
        <p:txBody>
          <a:bodyPr anchor="b">
            <a:normAutofit/>
          </a:bodyPr>
          <a:lstStyle/>
          <a:p>
            <a:r>
              <a:rPr lang="en-US" altLang="zh-CN" sz="3200" b="1">
                <a:solidFill>
                  <a:schemeClr val="bg1"/>
                </a:solidFill>
                <a:effectLst>
                  <a:outerShdw blurRad="38100" dist="38100" dir="2700000" algn="tl">
                    <a:srgbClr val="C0C0C0"/>
                  </a:outerShdw>
                </a:effectLst>
                <a:latin typeface="Microsoft YaHei UI"/>
                <a:ea typeface="Microsoft YaHei UI"/>
              </a:rPr>
              <a:t>15.3  </a:t>
            </a:r>
            <a:r>
              <a:rPr altLang="en-US" sz="3200" b="1">
                <a:solidFill>
                  <a:schemeClr val="bg1"/>
                </a:solidFill>
                <a:effectLst>
                  <a:outerShdw blurRad="38100" dist="38100" dir="2700000" algn="tl">
                    <a:srgbClr val="C0C0C0"/>
                  </a:outerShdw>
                </a:effectLst>
                <a:latin typeface="Microsoft YaHei UI"/>
                <a:ea typeface="Microsoft YaHei UI"/>
              </a:rPr>
              <a:t>计算机犯罪与立法</a:t>
            </a:r>
            <a:endParaRPr sz="2400" b="1">
              <a:solidFill>
                <a:schemeClr val="bg1"/>
              </a:solidFill>
              <a:effectLst>
                <a:outerShdw blurRad="38100" dist="38100" dir="2700000" algn="tl">
                  <a:srgbClr val="C0C0C0"/>
                </a:outerShdw>
              </a:effectLst>
              <a:latin typeface="Microsoft YaHei UI"/>
              <a:ea typeface="Microsoft YaHei UI"/>
            </a:endParaRPr>
          </a:p>
        </p:txBody>
      </p:sp>
      <p:sp>
        <p:nvSpPr>
          <p:cNvPr id="3" name="内容占位符 2"/>
          <p:cNvSpPr>
            <a:spLocks noGrp="1"/>
          </p:cNvSpPr>
          <p:nvPr>
            <p:ph idx="4294967295"/>
          </p:nvPr>
        </p:nvSpPr>
        <p:spPr>
          <a:xfrm>
            <a:off x="541338" y="1647825"/>
            <a:ext cx="11139487" cy="4470400"/>
          </a:xfrm>
        </p:spPr>
        <p:txBody>
          <a:bodyPr>
            <a:noAutofit/>
          </a:bodyPr>
          <a:lstStyle/>
          <a:p>
            <a:pPr marL="0" indent="0">
              <a:lnSpc>
                <a:spcPct val="150000"/>
              </a:lnSpc>
              <a:spcAft>
                <a:spcPts val="1200"/>
              </a:spcAft>
              <a:buFont typeface="Arial" charset="0"/>
              <a:buNone/>
            </a:pPr>
            <a:r>
              <a:rPr altLang="en-US" sz="2400" b="1" dirty="0">
                <a:effectLst>
                  <a:outerShdw blurRad="38100" dist="38100" dir="2700000" algn="tl">
                    <a:srgbClr val="C0C0C0"/>
                  </a:outerShdw>
                </a:effectLst>
                <a:latin typeface="Microsoft YaHei UI"/>
                <a:ea typeface="Microsoft YaHei UI"/>
              </a:rPr>
              <a:t>一般来说，防范计算机犯罪有以下几种策略。</a:t>
            </a:r>
          </a:p>
          <a:p>
            <a:pPr marL="457200" lvl="1" indent="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1</a:t>
            </a:r>
            <a:r>
              <a:rPr altLang="en-US" sz="2000" b="1" dirty="0">
                <a:effectLst>
                  <a:outerShdw blurRad="38100" dist="38100" dir="2700000" algn="tl">
                    <a:srgbClr val="C0C0C0"/>
                  </a:outerShdw>
                </a:effectLst>
                <a:latin typeface="Microsoft YaHei UI"/>
                <a:ea typeface="Microsoft YaHei UI"/>
              </a:rPr>
              <a:t>）加强教育，提高计算机安全意识，预防计算机犯罪。</a:t>
            </a:r>
          </a:p>
          <a:p>
            <a:pPr marL="457200" lvl="1" indent="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2</a:t>
            </a:r>
            <a:r>
              <a:rPr altLang="en-US" sz="2000" b="1" dirty="0">
                <a:effectLst>
                  <a:outerShdw blurRad="38100" dist="38100" dir="2700000" algn="tl">
                    <a:srgbClr val="C0C0C0"/>
                  </a:outerShdw>
                </a:effectLst>
                <a:latin typeface="Microsoft YaHei UI"/>
                <a:ea typeface="Microsoft YaHei UI"/>
              </a:rPr>
              <a:t>）健全惩治计算机犯罪的法律体系。健全的法律体系一方面使处罚计算机犯罪有法可依，另一方面能够对各种计算机犯罪分子起到一定的威慑作用。</a:t>
            </a:r>
          </a:p>
          <a:p>
            <a:pPr marL="457200" lvl="1" indent="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3</a:t>
            </a:r>
            <a:r>
              <a:rPr altLang="en-US" sz="2000" b="1" dirty="0">
                <a:effectLst>
                  <a:outerShdw blurRad="38100" dist="38100" dir="2700000" algn="tl">
                    <a:srgbClr val="C0C0C0"/>
                  </a:outerShdw>
                </a:effectLst>
                <a:latin typeface="Microsoft YaHei UI"/>
                <a:ea typeface="Microsoft YaHei UI"/>
              </a:rPr>
              <a:t>）发展先进的计算机安全技术，保障信息安全。比如使用防火墙、身份认证、数据加密、数字签名和安全监控技术、防范电磁辐射泄密等。</a:t>
            </a:r>
          </a:p>
          <a:p>
            <a:pPr marL="457200" lvl="1" indent="0">
              <a:lnSpc>
                <a:spcPct val="150000"/>
              </a:lnSpc>
              <a:spcAft>
                <a:spcPts val="1200"/>
              </a:spcAft>
              <a:buFont typeface="Arial" charset="0"/>
              <a:buNone/>
            </a:pPr>
            <a:r>
              <a:rPr lang="en-US" altLang="zh-CN" sz="2000" b="1" dirty="0">
                <a:effectLst>
                  <a:outerShdw blurRad="38100" dist="38100" dir="2700000" algn="tl">
                    <a:srgbClr val="C0C0C0"/>
                  </a:outerShdw>
                </a:effectLst>
                <a:latin typeface="Microsoft YaHei UI"/>
                <a:ea typeface="Microsoft YaHei UI"/>
              </a:rPr>
              <a:t>4</a:t>
            </a:r>
            <a:r>
              <a:rPr altLang="en-US" sz="2000" b="1" dirty="0">
                <a:effectLst>
                  <a:outerShdw blurRad="38100" dist="38100" dir="2700000" algn="tl">
                    <a:srgbClr val="C0C0C0"/>
                  </a:outerShdw>
                </a:effectLst>
                <a:latin typeface="Microsoft YaHei UI"/>
                <a:ea typeface="Microsoft YaHei UI"/>
              </a:rPr>
              <a:t>）实施严格的安全管理。计算机应用部门要建立适当的信息安全管理办法，确立计算机安全使用规则，明确用户和管理人员职责；加强部门内部管理，建立审计和跟踪体系。</a:t>
            </a:r>
          </a:p>
        </p:txBody>
      </p:sp>
    </p:spTree>
  </p:cSld>
  <p:clrMapOvr>
    <a:masterClrMapping/>
  </p:clrMapOvr>
  <p:transition spd="slow">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401888"/>
            <a:ext cx="4508500" cy="2187575"/>
          </a:xfrm>
        </p:spPr>
        <p:txBody>
          <a:bodyPr rtlCol="0"/>
          <a:lstStyle/>
          <a:p>
            <a:pPr fontAlgn="auto">
              <a:spcAft>
                <a:spcPts val="0"/>
              </a:spcAft>
              <a:defRPr/>
            </a:pPr>
            <a:r>
              <a:rPr altLang="en-US" sz="4000" b="1" dirty="0">
                <a:effectLst>
                  <a:outerShdw blurRad="38100" dist="38100" dir="2700000" algn="tl">
                    <a:srgbClr val="000000">
                      <a:alpha val="43137"/>
                    </a:srgbClr>
                  </a:outerShdw>
                </a:effectLst>
                <a:cs typeface="+mj-cs"/>
              </a:rPr>
              <a:t>欣赏 学习 交流</a:t>
            </a:r>
            <a:endParaRPr sz="4000" b="1" dirty="0">
              <a:effectLst>
                <a:outerShdw blurRad="38100" dist="38100" dir="2700000" algn="tl">
                  <a:srgbClr val="000000">
                    <a:alpha val="43137"/>
                  </a:srgbClr>
                </a:outerShdw>
              </a:effectLst>
              <a:cs typeface="+mj-cs"/>
            </a:endParaRPr>
          </a:p>
        </p:txBody>
      </p:sp>
      <p:sp>
        <p:nvSpPr>
          <p:cNvPr id="3" name="文本占位符 2"/>
          <p:cNvSpPr>
            <a:spLocks noGrp="1"/>
          </p:cNvSpPr>
          <p:nvPr>
            <p:ph type="body" idx="1"/>
          </p:nvPr>
        </p:nvSpPr>
        <p:spPr>
          <a:xfrm>
            <a:off x="6092825" y="2305050"/>
            <a:ext cx="5859463" cy="2284413"/>
          </a:xfrm>
        </p:spPr>
        <p:txBody>
          <a:bodyPr rtlCol="0">
            <a:noAutofit/>
          </a:bodyPr>
          <a:lstStyle/>
          <a:p>
            <a:pPr fontAlgn="auto">
              <a:spcAft>
                <a:spcPts val="0"/>
              </a:spcAft>
              <a:buFont typeface="Arial" panose="020B0604020202020204" pitchFamily="34" charset="0"/>
              <a:buNone/>
              <a:defRPr/>
            </a:pPr>
            <a:r>
              <a:rPr altLang="en-US" sz="2400" b="1" dirty="0">
                <a:effectLst>
                  <a:outerShdw blurRad="38100" dist="38100" dir="2700000" algn="tl">
                    <a:srgbClr val="000000">
                      <a:alpha val="43137"/>
                    </a:srgbClr>
                  </a:outerShdw>
                </a:effectLst>
                <a:latin typeface="Microsoft YaHei UI" panose="020B0503020204020204" pitchFamily="34" charset="-122"/>
                <a:cs typeface="+mn-cs"/>
              </a:rPr>
              <a:t>大学课程的学习，一方面是老师尽心教，一方面是学生主动学；一方面是课上讲授引导，一方面是课余自主探索，哪个方面都很重要。我们有幸生活在网络时代，依托因特网环境，培养自主学习能力，是时代的恩惠，也是时代的象征。</a:t>
            </a:r>
            <a:endParaRPr sz="2400" b="1" dirty="0">
              <a:effectLst>
                <a:outerShdw blurRad="38100" dist="38100" dir="2700000" algn="tl">
                  <a:srgbClr val="000000">
                    <a:alpha val="43137"/>
                  </a:srgbClr>
                </a:outerShdw>
              </a:effectLst>
              <a:latin typeface="Microsoft YaHei UI" panose="020B0503020204020204" pitchFamily="34" charset="-122"/>
              <a:cs typeface="+mn-cs"/>
            </a:endParaRPr>
          </a:p>
        </p:txBody>
      </p:sp>
      <p:sp>
        <p:nvSpPr>
          <p:cNvPr id="8" name="任意多边形 7"/>
          <p:cNvSpPr/>
          <p:nvPr/>
        </p:nvSpPr>
        <p:spPr>
          <a:xfrm>
            <a:off x="11557000" y="6134100"/>
            <a:ext cx="431800" cy="431800"/>
          </a:xfrm>
          <a:custGeom>
            <a:avLst/>
            <a:gdLst>
              <a:gd name="connsiteX0" fmla="*/ 283692 w 643468"/>
              <a:gd name="connsiteY0" fmla="*/ 156886 h 643468"/>
              <a:gd name="connsiteX1" fmla="*/ 315574 w 643468"/>
              <a:gd name="connsiteY1" fmla="*/ 156886 h 643468"/>
              <a:gd name="connsiteX2" fmla="*/ 486582 w 643468"/>
              <a:gd name="connsiteY2" fmla="*/ 321734 h 643468"/>
              <a:gd name="connsiteX3" fmla="*/ 315574 w 643468"/>
              <a:gd name="connsiteY3" fmla="*/ 486582 h 643468"/>
              <a:gd name="connsiteX4" fmla="*/ 283692 w 643468"/>
              <a:gd name="connsiteY4" fmla="*/ 486582 h 643468"/>
              <a:gd name="connsiteX5" fmla="*/ 441545 w 643468"/>
              <a:gd name="connsiteY5" fmla="*/ 334415 h 643468"/>
              <a:gd name="connsiteX6" fmla="*/ 156887 w 643468"/>
              <a:gd name="connsiteY6" fmla="*/ 334415 h 643468"/>
              <a:gd name="connsiteX7" fmla="*/ 156887 w 643468"/>
              <a:gd name="connsiteY7" fmla="*/ 309054 h 643468"/>
              <a:gd name="connsiteX8" fmla="*/ 441545 w 643468"/>
              <a:gd name="connsiteY8" fmla="*/ 309054 h 643468"/>
              <a:gd name="connsiteX9" fmla="*/ 321733 w 643468"/>
              <a:gd name="connsiteY9" fmla="*/ 16937 h 643468"/>
              <a:gd name="connsiteX10" fmla="*/ 16936 w 643468"/>
              <a:gd name="connsiteY10" fmla="*/ 321734 h 643468"/>
              <a:gd name="connsiteX11" fmla="*/ 321733 w 643468"/>
              <a:gd name="connsiteY11" fmla="*/ 626531 h 643468"/>
              <a:gd name="connsiteX12" fmla="*/ 626530 w 643468"/>
              <a:gd name="connsiteY12" fmla="*/ 321734 h 643468"/>
              <a:gd name="connsiteX13" fmla="*/ 321733 w 643468"/>
              <a:gd name="connsiteY13" fmla="*/ 16937 h 643468"/>
              <a:gd name="connsiteX14" fmla="*/ 321734 w 643468"/>
              <a:gd name="connsiteY14" fmla="*/ 0 h 643468"/>
              <a:gd name="connsiteX15" fmla="*/ 643468 w 643468"/>
              <a:gd name="connsiteY15" fmla="*/ 321734 h 643468"/>
              <a:gd name="connsiteX16" fmla="*/ 321734 w 643468"/>
              <a:gd name="connsiteY16" fmla="*/ 643468 h 643468"/>
              <a:gd name="connsiteX17" fmla="*/ 0 w 643468"/>
              <a:gd name="connsiteY17" fmla="*/ 321734 h 643468"/>
              <a:gd name="connsiteX18" fmla="*/ 321734 w 643468"/>
              <a:gd name="connsiteY18" fmla="*/ 0 h 643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3468" h="643468">
                <a:moveTo>
                  <a:pt x="283692" y="156886"/>
                </a:moveTo>
                <a:lnTo>
                  <a:pt x="315574" y="156886"/>
                </a:lnTo>
                <a:lnTo>
                  <a:pt x="486582" y="321734"/>
                </a:lnTo>
                <a:lnTo>
                  <a:pt x="315574" y="486582"/>
                </a:lnTo>
                <a:lnTo>
                  <a:pt x="283692" y="486582"/>
                </a:lnTo>
                <a:lnTo>
                  <a:pt x="441545" y="334415"/>
                </a:lnTo>
                <a:lnTo>
                  <a:pt x="156887" y="334415"/>
                </a:lnTo>
                <a:lnTo>
                  <a:pt x="156887" y="309054"/>
                </a:lnTo>
                <a:lnTo>
                  <a:pt x="441545" y="309054"/>
                </a:lnTo>
                <a:close/>
                <a:moveTo>
                  <a:pt x="321733" y="16937"/>
                </a:moveTo>
                <a:cubicBezTo>
                  <a:pt x="153398" y="16937"/>
                  <a:pt x="16936" y="153399"/>
                  <a:pt x="16936" y="321734"/>
                </a:cubicBezTo>
                <a:cubicBezTo>
                  <a:pt x="16936" y="490069"/>
                  <a:pt x="153398" y="626531"/>
                  <a:pt x="321733" y="626531"/>
                </a:cubicBezTo>
                <a:cubicBezTo>
                  <a:pt x="490068" y="626531"/>
                  <a:pt x="626530" y="490069"/>
                  <a:pt x="626530" y="321734"/>
                </a:cubicBezTo>
                <a:cubicBezTo>
                  <a:pt x="626530" y="153399"/>
                  <a:pt x="490068" y="16937"/>
                  <a:pt x="321733" y="16937"/>
                </a:cubicBezTo>
                <a:close/>
                <a:moveTo>
                  <a:pt x="321734" y="0"/>
                </a:moveTo>
                <a:cubicBezTo>
                  <a:pt x="499423" y="0"/>
                  <a:pt x="643468" y="144045"/>
                  <a:pt x="643468" y="321734"/>
                </a:cubicBezTo>
                <a:cubicBezTo>
                  <a:pt x="643468" y="499423"/>
                  <a:pt x="499423" y="643468"/>
                  <a:pt x="321734" y="643468"/>
                </a:cubicBezTo>
                <a:cubicBezTo>
                  <a:pt x="144045" y="643468"/>
                  <a:pt x="0" y="499423"/>
                  <a:pt x="0" y="321734"/>
                </a:cubicBezTo>
                <a:cubicBezTo>
                  <a:pt x="0" y="144045"/>
                  <a:pt x="144045" y="0"/>
                  <a:pt x="321734" y="0"/>
                </a:cubicBezTo>
                <a:close/>
              </a:path>
            </a:pathLst>
          </a:custGeom>
          <a:solidFill>
            <a:srgbClr val="DD46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solidFill>
                <a:schemeClr val="tx1"/>
              </a:solidFill>
            </a:endParaRPr>
          </a:p>
        </p:txBody>
      </p:sp>
      <p:sp>
        <p:nvSpPr>
          <p:cNvPr id="18436" name="文本占位符 2">
            <a:hlinkClick r:id="rId3" tooltip="了解详细信息"/>
          </p:cNvPr>
          <p:cNvSpPr txBox="1">
            <a:spLocks/>
          </p:cNvSpPr>
          <p:nvPr/>
        </p:nvSpPr>
        <p:spPr bwMode="auto">
          <a:xfrm>
            <a:off x="2897188" y="5845175"/>
            <a:ext cx="8659812" cy="930275"/>
          </a:xfrm>
          <a:prstGeom prst="rect">
            <a:avLst/>
          </a:prstGeom>
          <a:noFill/>
          <a:ln w="9525">
            <a:noFill/>
            <a:miter lim="800000"/>
            <a:headEnd/>
            <a:tailEnd/>
          </a:ln>
        </p:spPr>
        <p:txBody>
          <a:bodyPr anchor="ctr"/>
          <a:lstStyle/>
          <a:p>
            <a:pPr algn="r">
              <a:lnSpc>
                <a:spcPct val="150000"/>
              </a:lnSpc>
              <a:spcBef>
                <a:spcPct val="30000"/>
              </a:spcBef>
              <a:buFont typeface="Arial" charset="0"/>
              <a:buNone/>
            </a:pPr>
            <a:r>
              <a:rPr lang="zh-CN" altLang="en-US">
                <a:solidFill>
                  <a:srgbClr val="DD462F"/>
                </a:solidFill>
                <a:latin typeface="Microsoft YaHei UI"/>
                <a:ea typeface="Microsoft YaHei UI"/>
                <a:cs typeface="Microsoft YaHei UI"/>
              </a:rPr>
              <a:t>自主学习</a:t>
            </a:r>
            <a:r>
              <a:rPr lang="zh-CN">
                <a:solidFill>
                  <a:srgbClr val="DD462F"/>
                </a:solidFill>
                <a:latin typeface="Microsoft YaHei UI"/>
                <a:ea typeface="Microsoft YaHei UI"/>
                <a:cs typeface="Microsoft YaHei UI"/>
              </a:rPr>
              <a:t>更多</a:t>
            </a:r>
            <a:r>
              <a:rPr lang="zh-CN" altLang="en-US">
                <a:solidFill>
                  <a:srgbClr val="DD462F"/>
                </a:solidFill>
                <a:latin typeface="Microsoft YaHei UI"/>
                <a:ea typeface="Microsoft YaHei UI"/>
                <a:cs typeface="Microsoft YaHei UI"/>
              </a:rPr>
              <a:t>知识</a:t>
            </a:r>
            <a:endParaRPr lang="zh-CN">
              <a:solidFill>
                <a:srgbClr val="DD462F"/>
              </a:solidFill>
              <a:latin typeface="Microsoft YaHei UI"/>
              <a:ea typeface="Microsoft YaHei UI"/>
              <a:cs typeface="Microsoft YaHei UI"/>
            </a:endParaRPr>
          </a:p>
        </p:txBody>
      </p:sp>
    </p:spTree>
  </p:cSld>
  <p:clrMapOvr>
    <a:masterClrMapping/>
  </p:clrMapOvr>
  <p:transition spd="slow">
    <p:wipe/>
  </p:transition>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Doc" id="{E1E7EDF9-8B79-4E5D-B508-2301E35CD219}" vid="{4342E303-0389-44F2-B6F0-C13C203CC59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欢迎使用 PowerPoint</Template>
  <TotalTime>0</TotalTime>
  <Words>2510</Words>
  <Application>Microsoft Macintosh PowerPoint</Application>
  <PresentationFormat>宽屏</PresentationFormat>
  <Paragraphs>134</Paragraphs>
  <Slides>38</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38</vt:i4>
      </vt:variant>
    </vt:vector>
  </HeadingPairs>
  <TitlesOfParts>
    <vt:vector size="46" baseType="lpstr">
      <vt:lpstr>华文新魏</vt:lpstr>
      <vt:lpstr>楷体</vt:lpstr>
      <vt:lpstr>Microsoft YaHei UI</vt:lpstr>
      <vt:lpstr>Segoe UI</vt:lpstr>
      <vt:lpstr>Segoe UI Light</vt:lpstr>
      <vt:lpstr>Arial</vt:lpstr>
      <vt:lpstr>Calibri</vt:lpstr>
      <vt:lpstr>WelcomeDoc</vt:lpstr>
      <vt:lpstr>新编 计算机导论（第二版）   机械工业出版社 2015-3</vt:lpstr>
      <vt:lpstr>第15章  职业、职业素质与法律</vt:lpstr>
      <vt:lpstr>15.1  IEEE/ACM《计算学科教学计划》的相关要求</vt:lpstr>
      <vt:lpstr>15.1  IEEE/ACM《计算学科教学计划》的相关要求</vt:lpstr>
      <vt:lpstr>15.1  IEEE/ACM《计算学科教学计划》的相关要求</vt:lpstr>
      <vt:lpstr>15.2  计算的社会背景</vt:lpstr>
      <vt:lpstr>15.2.1  网络的社会内涵</vt:lpstr>
      <vt:lpstr>15.2.1  网络的社会内涵</vt:lpstr>
      <vt:lpstr>15.2.1  网络的社会内涵</vt:lpstr>
      <vt:lpstr>15.2.1  网络的社会内涵</vt:lpstr>
      <vt:lpstr>15.2.2  知识产权保护</vt:lpstr>
      <vt:lpstr>15.2.2  知识产权保护</vt:lpstr>
      <vt:lpstr>15.2.2  知识产权保护</vt:lpstr>
      <vt:lpstr>15.2.2  知识产权保护</vt:lpstr>
      <vt:lpstr>15.2.2  知识产权保护</vt:lpstr>
      <vt:lpstr>15.2.3  隐私保护</vt:lpstr>
      <vt:lpstr>15.2.3  隐私保护</vt:lpstr>
      <vt:lpstr>15.2.3  隐私保护</vt:lpstr>
      <vt:lpstr>15.2.3  隐私保护</vt:lpstr>
      <vt:lpstr>15.2.3  隐私保护</vt:lpstr>
      <vt:lpstr>15.2.3  隐私保护</vt:lpstr>
      <vt:lpstr>15.2.3  隐私保护</vt:lpstr>
      <vt:lpstr>15.2.4  职业和道德责任</vt:lpstr>
      <vt:lpstr>15.2.4  职业和道德责任</vt:lpstr>
      <vt:lpstr>15.2.4  职业和道德责任</vt:lpstr>
      <vt:lpstr>15.2.4  职业和道德责任</vt:lpstr>
      <vt:lpstr>15.2.4  职业和道德责任</vt:lpstr>
      <vt:lpstr>15.2.4  职业和道德责任</vt:lpstr>
      <vt:lpstr>15.2.4  职业和道德责任</vt:lpstr>
      <vt:lpstr>15.2.4  职业和道德责任</vt:lpstr>
      <vt:lpstr>15.2.4  职业和道德责任</vt:lpstr>
      <vt:lpstr>15.2.4  职业和道德责任</vt:lpstr>
      <vt:lpstr>15.2.4  职业和道德责任</vt:lpstr>
      <vt:lpstr>15.2.4  职业和道德责任</vt:lpstr>
      <vt:lpstr>15.3  计算机犯罪与立法</vt:lpstr>
      <vt:lpstr>15.3  计算机犯罪与立法</vt:lpstr>
      <vt:lpstr>15.3  计算机犯罪与立法</vt:lpstr>
      <vt:lpstr>欣赏 学习 交流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新编 计算机导论（第二版）   机械工业出版社 2015-3</dc:title>
  <dc:creator/>
  <cp:keywords/>
  <cp:lastModifiedBy/>
  <cp:revision>2</cp:revision>
  <dcterms:created xsi:type="dcterms:W3CDTF">2014-08-19T11:50:12Z</dcterms:created>
  <dcterms:modified xsi:type="dcterms:W3CDTF">2019-11-07T13:52:44Z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TC029239449991</vt:lpwstr>
  </property>
</Properties>
</file>